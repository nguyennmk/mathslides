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6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3" Type="http://schemas.openxmlformats.org/officeDocument/2006/relationships/image" Target="../media/image2.svg"/><Relationship Id="rId21" Type="http://schemas.openxmlformats.org/officeDocument/2006/relationships/image" Target="../media/image28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30.sv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9E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288025" y="-713484"/>
            <a:ext cx="19326207" cy="11713967"/>
            <a:chOff x="0" y="0"/>
            <a:chExt cx="25768276" cy="15618623"/>
          </a:xfrm>
        </p:grpSpPr>
        <p:sp>
          <p:nvSpPr>
            <p:cNvPr id="3" name="Freeform 3"/>
            <p:cNvSpPr/>
            <p:nvPr/>
          </p:nvSpPr>
          <p:spPr>
            <a:xfrm rot="991718">
              <a:off x="5482633" y="4462449"/>
              <a:ext cx="1297557" cy="842232"/>
            </a:xfrm>
            <a:custGeom>
              <a:avLst/>
              <a:gdLst/>
              <a:ahLst/>
              <a:cxnLst/>
              <a:rect l="l" t="t" r="r" b="b"/>
              <a:pathLst>
                <a:path w="1297557" h="842232">
                  <a:moveTo>
                    <a:pt x="0" y="0"/>
                  </a:moveTo>
                  <a:lnTo>
                    <a:pt x="1297556" y="0"/>
                  </a:lnTo>
                  <a:lnTo>
                    <a:pt x="1297556" y="842232"/>
                  </a:lnTo>
                  <a:lnTo>
                    <a:pt x="0" y="842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991718">
              <a:off x="5482633" y="9934302"/>
              <a:ext cx="1297557" cy="842232"/>
            </a:xfrm>
            <a:custGeom>
              <a:avLst/>
              <a:gdLst/>
              <a:ahLst/>
              <a:cxnLst/>
              <a:rect l="l" t="t" r="r" b="b"/>
              <a:pathLst>
                <a:path w="1297557" h="842232">
                  <a:moveTo>
                    <a:pt x="0" y="0"/>
                  </a:moveTo>
                  <a:lnTo>
                    <a:pt x="1297556" y="0"/>
                  </a:lnTo>
                  <a:lnTo>
                    <a:pt x="1297556" y="842232"/>
                  </a:lnTo>
                  <a:lnTo>
                    <a:pt x="0" y="842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991718">
              <a:off x="16282321" y="4462449"/>
              <a:ext cx="1297557" cy="842232"/>
            </a:xfrm>
            <a:custGeom>
              <a:avLst/>
              <a:gdLst/>
              <a:ahLst/>
              <a:cxnLst/>
              <a:rect l="l" t="t" r="r" b="b"/>
              <a:pathLst>
                <a:path w="1297557" h="842232">
                  <a:moveTo>
                    <a:pt x="0" y="0"/>
                  </a:moveTo>
                  <a:lnTo>
                    <a:pt x="1297557" y="0"/>
                  </a:lnTo>
                  <a:lnTo>
                    <a:pt x="1297557" y="842232"/>
                  </a:lnTo>
                  <a:lnTo>
                    <a:pt x="0" y="842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991718">
              <a:off x="16282321" y="9934302"/>
              <a:ext cx="1297557" cy="842232"/>
            </a:xfrm>
            <a:custGeom>
              <a:avLst/>
              <a:gdLst/>
              <a:ahLst/>
              <a:cxnLst/>
              <a:rect l="l" t="t" r="r" b="b"/>
              <a:pathLst>
                <a:path w="1297557" h="842232">
                  <a:moveTo>
                    <a:pt x="0" y="0"/>
                  </a:moveTo>
                  <a:lnTo>
                    <a:pt x="1297557" y="0"/>
                  </a:lnTo>
                  <a:lnTo>
                    <a:pt x="1297557" y="842232"/>
                  </a:lnTo>
                  <a:lnTo>
                    <a:pt x="0" y="842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943121">
              <a:off x="5903178" y="2395003"/>
              <a:ext cx="1101813" cy="1320255"/>
            </a:xfrm>
            <a:custGeom>
              <a:avLst/>
              <a:gdLst/>
              <a:ahLst/>
              <a:cxnLst/>
              <a:rect l="l" t="t" r="r" b="b"/>
              <a:pathLst>
                <a:path w="1101813" h="1320255">
                  <a:moveTo>
                    <a:pt x="0" y="0"/>
                  </a:moveTo>
                  <a:lnTo>
                    <a:pt x="1101813" y="0"/>
                  </a:lnTo>
                  <a:lnTo>
                    <a:pt x="1101813" y="1320254"/>
                  </a:lnTo>
                  <a:lnTo>
                    <a:pt x="0" y="1320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943121">
              <a:off x="5903178" y="7866856"/>
              <a:ext cx="1101813" cy="1320255"/>
            </a:xfrm>
            <a:custGeom>
              <a:avLst/>
              <a:gdLst/>
              <a:ahLst/>
              <a:cxnLst/>
              <a:rect l="l" t="t" r="r" b="b"/>
              <a:pathLst>
                <a:path w="1101813" h="1320255">
                  <a:moveTo>
                    <a:pt x="0" y="0"/>
                  </a:moveTo>
                  <a:lnTo>
                    <a:pt x="1101813" y="0"/>
                  </a:lnTo>
                  <a:lnTo>
                    <a:pt x="11018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943121">
              <a:off x="5903178" y="13614020"/>
              <a:ext cx="1101813" cy="1320255"/>
            </a:xfrm>
            <a:custGeom>
              <a:avLst/>
              <a:gdLst/>
              <a:ahLst/>
              <a:cxnLst/>
              <a:rect l="l" t="t" r="r" b="b"/>
              <a:pathLst>
                <a:path w="1101813" h="1320255">
                  <a:moveTo>
                    <a:pt x="0" y="0"/>
                  </a:moveTo>
                  <a:lnTo>
                    <a:pt x="1101813" y="0"/>
                  </a:lnTo>
                  <a:lnTo>
                    <a:pt x="11018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943121">
              <a:off x="16702866" y="2395003"/>
              <a:ext cx="1101813" cy="1320255"/>
            </a:xfrm>
            <a:custGeom>
              <a:avLst/>
              <a:gdLst/>
              <a:ahLst/>
              <a:cxnLst/>
              <a:rect l="l" t="t" r="r" b="b"/>
              <a:pathLst>
                <a:path w="1101813" h="1320255">
                  <a:moveTo>
                    <a:pt x="0" y="0"/>
                  </a:moveTo>
                  <a:lnTo>
                    <a:pt x="1101813" y="0"/>
                  </a:lnTo>
                  <a:lnTo>
                    <a:pt x="1101813" y="1320254"/>
                  </a:lnTo>
                  <a:lnTo>
                    <a:pt x="0" y="1320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943121">
              <a:off x="16702866" y="7866856"/>
              <a:ext cx="1101813" cy="1320255"/>
            </a:xfrm>
            <a:custGeom>
              <a:avLst/>
              <a:gdLst/>
              <a:ahLst/>
              <a:cxnLst/>
              <a:rect l="l" t="t" r="r" b="b"/>
              <a:pathLst>
                <a:path w="1101813" h="1320255">
                  <a:moveTo>
                    <a:pt x="0" y="0"/>
                  </a:moveTo>
                  <a:lnTo>
                    <a:pt x="1101813" y="0"/>
                  </a:lnTo>
                  <a:lnTo>
                    <a:pt x="11018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943121">
              <a:off x="16702866" y="13614020"/>
              <a:ext cx="1101813" cy="1320255"/>
            </a:xfrm>
            <a:custGeom>
              <a:avLst/>
              <a:gdLst/>
              <a:ahLst/>
              <a:cxnLst/>
              <a:rect l="l" t="t" r="r" b="b"/>
              <a:pathLst>
                <a:path w="1101813" h="1320255">
                  <a:moveTo>
                    <a:pt x="0" y="0"/>
                  </a:moveTo>
                  <a:lnTo>
                    <a:pt x="1101813" y="0"/>
                  </a:lnTo>
                  <a:lnTo>
                    <a:pt x="11018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3642159"/>
              <a:ext cx="1278012" cy="1642305"/>
            </a:xfrm>
            <a:custGeom>
              <a:avLst/>
              <a:gdLst/>
              <a:ahLst/>
              <a:cxnLst/>
              <a:rect l="l" t="t" r="r" b="b"/>
              <a:pathLst>
                <a:path w="1278012" h="1642305">
                  <a:moveTo>
                    <a:pt x="0" y="0"/>
                  </a:moveTo>
                  <a:lnTo>
                    <a:pt x="1278012" y="0"/>
                  </a:lnTo>
                  <a:lnTo>
                    <a:pt x="1278012" y="1642305"/>
                  </a:lnTo>
                  <a:lnTo>
                    <a:pt x="0" y="1642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5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9114012"/>
              <a:ext cx="1278012" cy="1642305"/>
            </a:xfrm>
            <a:custGeom>
              <a:avLst/>
              <a:gdLst/>
              <a:ahLst/>
              <a:cxnLst/>
              <a:rect l="l" t="t" r="r" b="b"/>
              <a:pathLst>
                <a:path w="1278012" h="1642305">
                  <a:moveTo>
                    <a:pt x="0" y="0"/>
                  </a:moveTo>
                  <a:lnTo>
                    <a:pt x="1278012" y="0"/>
                  </a:lnTo>
                  <a:lnTo>
                    <a:pt x="1278012" y="1642305"/>
                  </a:lnTo>
                  <a:lnTo>
                    <a:pt x="0" y="1642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5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0799688" y="3642159"/>
              <a:ext cx="1278012" cy="1642305"/>
            </a:xfrm>
            <a:custGeom>
              <a:avLst/>
              <a:gdLst/>
              <a:ahLst/>
              <a:cxnLst/>
              <a:rect l="l" t="t" r="r" b="b"/>
              <a:pathLst>
                <a:path w="1278012" h="1642305">
                  <a:moveTo>
                    <a:pt x="0" y="0"/>
                  </a:moveTo>
                  <a:lnTo>
                    <a:pt x="1278012" y="0"/>
                  </a:lnTo>
                  <a:lnTo>
                    <a:pt x="1278012" y="1642305"/>
                  </a:lnTo>
                  <a:lnTo>
                    <a:pt x="0" y="1642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5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0799688" y="9114012"/>
              <a:ext cx="1278012" cy="1642305"/>
            </a:xfrm>
            <a:custGeom>
              <a:avLst/>
              <a:gdLst/>
              <a:ahLst/>
              <a:cxnLst/>
              <a:rect l="l" t="t" r="r" b="b"/>
              <a:pathLst>
                <a:path w="1278012" h="1642305">
                  <a:moveTo>
                    <a:pt x="0" y="0"/>
                  </a:moveTo>
                  <a:lnTo>
                    <a:pt x="1278012" y="0"/>
                  </a:lnTo>
                  <a:lnTo>
                    <a:pt x="1278012" y="1642305"/>
                  </a:lnTo>
                  <a:lnTo>
                    <a:pt x="0" y="1642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5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21308390" y="3642159"/>
              <a:ext cx="1278012" cy="1642305"/>
            </a:xfrm>
            <a:custGeom>
              <a:avLst/>
              <a:gdLst/>
              <a:ahLst/>
              <a:cxnLst/>
              <a:rect l="l" t="t" r="r" b="b"/>
              <a:pathLst>
                <a:path w="1278012" h="1642305">
                  <a:moveTo>
                    <a:pt x="0" y="0"/>
                  </a:moveTo>
                  <a:lnTo>
                    <a:pt x="1278012" y="0"/>
                  </a:lnTo>
                  <a:lnTo>
                    <a:pt x="1278012" y="1642305"/>
                  </a:lnTo>
                  <a:lnTo>
                    <a:pt x="0" y="1642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5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21308390" y="9114012"/>
              <a:ext cx="1278012" cy="1642305"/>
            </a:xfrm>
            <a:custGeom>
              <a:avLst/>
              <a:gdLst/>
              <a:ahLst/>
              <a:cxnLst/>
              <a:rect l="l" t="t" r="r" b="b"/>
              <a:pathLst>
                <a:path w="1278012" h="1642305">
                  <a:moveTo>
                    <a:pt x="0" y="0"/>
                  </a:moveTo>
                  <a:lnTo>
                    <a:pt x="1278012" y="0"/>
                  </a:lnTo>
                  <a:lnTo>
                    <a:pt x="1278012" y="1642305"/>
                  </a:lnTo>
                  <a:lnTo>
                    <a:pt x="0" y="1642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5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-3154894">
              <a:off x="2390223" y="4205486"/>
              <a:ext cx="1209834" cy="1320255"/>
            </a:xfrm>
            <a:custGeom>
              <a:avLst/>
              <a:gdLst/>
              <a:ahLst/>
              <a:cxnLst/>
              <a:rect l="l" t="t" r="r" b="b"/>
              <a:pathLst>
                <a:path w="1209834" h="1320255">
                  <a:moveTo>
                    <a:pt x="0" y="0"/>
                  </a:moveTo>
                  <a:lnTo>
                    <a:pt x="1209834" y="0"/>
                  </a:lnTo>
                  <a:lnTo>
                    <a:pt x="1209834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5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 rot="-3154894">
              <a:off x="2390223" y="9677339"/>
              <a:ext cx="1209834" cy="1320255"/>
            </a:xfrm>
            <a:custGeom>
              <a:avLst/>
              <a:gdLst/>
              <a:ahLst/>
              <a:cxnLst/>
              <a:rect l="l" t="t" r="r" b="b"/>
              <a:pathLst>
                <a:path w="1209834" h="1320255">
                  <a:moveTo>
                    <a:pt x="0" y="0"/>
                  </a:moveTo>
                  <a:lnTo>
                    <a:pt x="1209834" y="0"/>
                  </a:lnTo>
                  <a:lnTo>
                    <a:pt x="1209834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5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 rot="-3154894">
              <a:off x="13189911" y="4205486"/>
              <a:ext cx="1209834" cy="1320255"/>
            </a:xfrm>
            <a:custGeom>
              <a:avLst/>
              <a:gdLst/>
              <a:ahLst/>
              <a:cxnLst/>
              <a:rect l="l" t="t" r="r" b="b"/>
              <a:pathLst>
                <a:path w="1209834" h="1320255">
                  <a:moveTo>
                    <a:pt x="0" y="0"/>
                  </a:moveTo>
                  <a:lnTo>
                    <a:pt x="1209834" y="0"/>
                  </a:lnTo>
                  <a:lnTo>
                    <a:pt x="1209834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5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 rot="-3154894">
              <a:off x="13189911" y="9677339"/>
              <a:ext cx="1209834" cy="1320255"/>
            </a:xfrm>
            <a:custGeom>
              <a:avLst/>
              <a:gdLst/>
              <a:ahLst/>
              <a:cxnLst/>
              <a:rect l="l" t="t" r="r" b="b"/>
              <a:pathLst>
                <a:path w="1209834" h="1320255">
                  <a:moveTo>
                    <a:pt x="0" y="0"/>
                  </a:moveTo>
                  <a:lnTo>
                    <a:pt x="1209834" y="0"/>
                  </a:lnTo>
                  <a:lnTo>
                    <a:pt x="1209834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5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 rot="-3154894">
              <a:off x="23698613" y="4205486"/>
              <a:ext cx="1209834" cy="1320255"/>
            </a:xfrm>
            <a:custGeom>
              <a:avLst/>
              <a:gdLst/>
              <a:ahLst/>
              <a:cxnLst/>
              <a:rect l="l" t="t" r="r" b="b"/>
              <a:pathLst>
                <a:path w="1209834" h="1320255">
                  <a:moveTo>
                    <a:pt x="0" y="0"/>
                  </a:moveTo>
                  <a:lnTo>
                    <a:pt x="1209834" y="0"/>
                  </a:lnTo>
                  <a:lnTo>
                    <a:pt x="1209834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5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 rot="-3154894">
              <a:off x="23698613" y="9677339"/>
              <a:ext cx="1209834" cy="1320255"/>
            </a:xfrm>
            <a:custGeom>
              <a:avLst/>
              <a:gdLst/>
              <a:ahLst/>
              <a:cxnLst/>
              <a:rect l="l" t="t" r="r" b="b"/>
              <a:pathLst>
                <a:path w="1209834" h="1320255">
                  <a:moveTo>
                    <a:pt x="0" y="0"/>
                  </a:moveTo>
                  <a:lnTo>
                    <a:pt x="1209834" y="0"/>
                  </a:lnTo>
                  <a:lnTo>
                    <a:pt x="1209834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5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 rot="2383747">
              <a:off x="7660349" y="257979"/>
              <a:ext cx="1284248" cy="1320255"/>
            </a:xfrm>
            <a:custGeom>
              <a:avLst/>
              <a:gdLst/>
              <a:ahLst/>
              <a:cxnLst/>
              <a:rect l="l" t="t" r="r" b="b"/>
              <a:pathLst>
                <a:path w="1284248" h="1320255">
                  <a:moveTo>
                    <a:pt x="0" y="0"/>
                  </a:moveTo>
                  <a:lnTo>
                    <a:pt x="1284248" y="0"/>
                  </a:lnTo>
                  <a:lnTo>
                    <a:pt x="1284248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25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 rot="2383747">
              <a:off x="7660349" y="5729832"/>
              <a:ext cx="1284248" cy="1320255"/>
            </a:xfrm>
            <a:custGeom>
              <a:avLst/>
              <a:gdLst/>
              <a:ahLst/>
              <a:cxnLst/>
              <a:rect l="l" t="t" r="r" b="b"/>
              <a:pathLst>
                <a:path w="1284248" h="1320255">
                  <a:moveTo>
                    <a:pt x="0" y="0"/>
                  </a:moveTo>
                  <a:lnTo>
                    <a:pt x="1284248" y="0"/>
                  </a:lnTo>
                  <a:lnTo>
                    <a:pt x="1284248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25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 rot="2383747">
              <a:off x="7660349" y="11476996"/>
              <a:ext cx="1284248" cy="1320255"/>
            </a:xfrm>
            <a:custGeom>
              <a:avLst/>
              <a:gdLst/>
              <a:ahLst/>
              <a:cxnLst/>
              <a:rect l="l" t="t" r="r" b="b"/>
              <a:pathLst>
                <a:path w="1284248" h="1320255">
                  <a:moveTo>
                    <a:pt x="0" y="0"/>
                  </a:moveTo>
                  <a:lnTo>
                    <a:pt x="1284248" y="0"/>
                  </a:lnTo>
                  <a:lnTo>
                    <a:pt x="1284248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25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 rot="2383747">
              <a:off x="18460038" y="257979"/>
              <a:ext cx="1284248" cy="1320255"/>
            </a:xfrm>
            <a:custGeom>
              <a:avLst/>
              <a:gdLst/>
              <a:ahLst/>
              <a:cxnLst/>
              <a:rect l="l" t="t" r="r" b="b"/>
              <a:pathLst>
                <a:path w="1284248" h="1320255">
                  <a:moveTo>
                    <a:pt x="0" y="0"/>
                  </a:moveTo>
                  <a:lnTo>
                    <a:pt x="1284248" y="0"/>
                  </a:lnTo>
                  <a:lnTo>
                    <a:pt x="1284248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25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 rot="2383747">
              <a:off x="18460038" y="5729832"/>
              <a:ext cx="1284248" cy="1320255"/>
            </a:xfrm>
            <a:custGeom>
              <a:avLst/>
              <a:gdLst/>
              <a:ahLst/>
              <a:cxnLst/>
              <a:rect l="l" t="t" r="r" b="b"/>
              <a:pathLst>
                <a:path w="1284248" h="1320255">
                  <a:moveTo>
                    <a:pt x="0" y="0"/>
                  </a:moveTo>
                  <a:lnTo>
                    <a:pt x="1284248" y="0"/>
                  </a:lnTo>
                  <a:lnTo>
                    <a:pt x="1284248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25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 rot="2383747">
              <a:off x="18460038" y="11476996"/>
              <a:ext cx="1284248" cy="1320255"/>
            </a:xfrm>
            <a:custGeom>
              <a:avLst/>
              <a:gdLst/>
              <a:ahLst/>
              <a:cxnLst/>
              <a:rect l="l" t="t" r="r" b="b"/>
              <a:pathLst>
                <a:path w="1284248" h="1320255">
                  <a:moveTo>
                    <a:pt x="0" y="0"/>
                  </a:moveTo>
                  <a:lnTo>
                    <a:pt x="1284248" y="0"/>
                  </a:lnTo>
                  <a:lnTo>
                    <a:pt x="1284248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25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 rot="-944927">
              <a:off x="2750264" y="2710008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5" y="0"/>
                  </a:lnTo>
                  <a:lnTo>
                    <a:pt x="1699585" y="309016"/>
                  </a:lnTo>
                  <a:lnTo>
                    <a:pt x="0" y="309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25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2" name="Freeform 32"/>
            <p:cNvSpPr/>
            <p:nvPr/>
          </p:nvSpPr>
          <p:spPr>
            <a:xfrm rot="-944927">
              <a:off x="2750264" y="8181862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5" y="0"/>
                  </a:lnTo>
                  <a:lnTo>
                    <a:pt x="1699585" y="309015"/>
                  </a:lnTo>
                  <a:lnTo>
                    <a:pt x="0" y="30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25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 rot="-944927">
              <a:off x="13549952" y="2710008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6" y="0"/>
                  </a:lnTo>
                  <a:lnTo>
                    <a:pt x="1699586" y="309016"/>
                  </a:lnTo>
                  <a:lnTo>
                    <a:pt x="0" y="309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25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4" name="Freeform 34"/>
            <p:cNvSpPr/>
            <p:nvPr/>
          </p:nvSpPr>
          <p:spPr>
            <a:xfrm rot="-944927">
              <a:off x="13549952" y="8181862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6" y="0"/>
                  </a:lnTo>
                  <a:lnTo>
                    <a:pt x="1699586" y="309015"/>
                  </a:lnTo>
                  <a:lnTo>
                    <a:pt x="0" y="30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25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5" name="Freeform 35"/>
            <p:cNvSpPr/>
            <p:nvPr/>
          </p:nvSpPr>
          <p:spPr>
            <a:xfrm rot="-944927">
              <a:off x="13549952" y="13929026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6" y="0"/>
                  </a:lnTo>
                  <a:lnTo>
                    <a:pt x="1699586" y="309015"/>
                  </a:lnTo>
                  <a:lnTo>
                    <a:pt x="0" y="30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25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6" name="Freeform 36"/>
            <p:cNvSpPr/>
            <p:nvPr/>
          </p:nvSpPr>
          <p:spPr>
            <a:xfrm rot="-944927">
              <a:off x="24058654" y="2710008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5" y="0"/>
                  </a:lnTo>
                  <a:lnTo>
                    <a:pt x="1699585" y="309016"/>
                  </a:lnTo>
                  <a:lnTo>
                    <a:pt x="0" y="309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25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7" name="Freeform 37"/>
            <p:cNvSpPr/>
            <p:nvPr/>
          </p:nvSpPr>
          <p:spPr>
            <a:xfrm rot="-944927">
              <a:off x="24058654" y="8181862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5" y="0"/>
                  </a:lnTo>
                  <a:lnTo>
                    <a:pt x="1699585" y="309015"/>
                  </a:lnTo>
                  <a:lnTo>
                    <a:pt x="0" y="30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25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8" name="Freeform 38"/>
            <p:cNvSpPr/>
            <p:nvPr/>
          </p:nvSpPr>
          <p:spPr>
            <a:xfrm rot="-944927">
              <a:off x="24058654" y="13929026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5" y="0"/>
                  </a:lnTo>
                  <a:lnTo>
                    <a:pt x="1699585" y="309015"/>
                  </a:lnTo>
                  <a:lnTo>
                    <a:pt x="0" y="30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25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9" name="Freeform 39"/>
            <p:cNvSpPr/>
            <p:nvPr/>
          </p:nvSpPr>
          <p:spPr>
            <a:xfrm rot="1716936">
              <a:off x="4376737" y="227057"/>
              <a:ext cx="1293893" cy="1355507"/>
            </a:xfrm>
            <a:custGeom>
              <a:avLst/>
              <a:gdLst/>
              <a:ahLst/>
              <a:cxnLst/>
              <a:rect l="l" t="t" r="r" b="b"/>
              <a:pathLst>
                <a:path w="1293893" h="1355507">
                  <a:moveTo>
                    <a:pt x="0" y="0"/>
                  </a:moveTo>
                  <a:lnTo>
                    <a:pt x="1293893" y="0"/>
                  </a:lnTo>
                  <a:lnTo>
                    <a:pt x="1293893" y="1355506"/>
                  </a:lnTo>
                  <a:lnTo>
                    <a:pt x="0" y="1355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25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0" name="Freeform 40"/>
            <p:cNvSpPr/>
            <p:nvPr/>
          </p:nvSpPr>
          <p:spPr>
            <a:xfrm rot="1716936">
              <a:off x="4376737" y="5698910"/>
              <a:ext cx="1293893" cy="1355507"/>
            </a:xfrm>
            <a:custGeom>
              <a:avLst/>
              <a:gdLst/>
              <a:ahLst/>
              <a:cxnLst/>
              <a:rect l="l" t="t" r="r" b="b"/>
              <a:pathLst>
                <a:path w="1293893" h="1355507">
                  <a:moveTo>
                    <a:pt x="0" y="0"/>
                  </a:moveTo>
                  <a:lnTo>
                    <a:pt x="1293893" y="0"/>
                  </a:lnTo>
                  <a:lnTo>
                    <a:pt x="1293893" y="1355507"/>
                  </a:lnTo>
                  <a:lnTo>
                    <a:pt x="0" y="1355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25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1" name="Freeform 41"/>
            <p:cNvSpPr/>
            <p:nvPr/>
          </p:nvSpPr>
          <p:spPr>
            <a:xfrm rot="1716936">
              <a:off x="4376737" y="11446074"/>
              <a:ext cx="1293893" cy="1355507"/>
            </a:xfrm>
            <a:custGeom>
              <a:avLst/>
              <a:gdLst/>
              <a:ahLst/>
              <a:cxnLst/>
              <a:rect l="l" t="t" r="r" b="b"/>
              <a:pathLst>
                <a:path w="1293893" h="1355507">
                  <a:moveTo>
                    <a:pt x="0" y="0"/>
                  </a:moveTo>
                  <a:lnTo>
                    <a:pt x="1293893" y="0"/>
                  </a:lnTo>
                  <a:lnTo>
                    <a:pt x="1293893" y="1355507"/>
                  </a:lnTo>
                  <a:lnTo>
                    <a:pt x="0" y="1355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25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2" name="Freeform 42"/>
            <p:cNvSpPr/>
            <p:nvPr/>
          </p:nvSpPr>
          <p:spPr>
            <a:xfrm rot="1716936">
              <a:off x="15176425" y="227057"/>
              <a:ext cx="1293893" cy="1355507"/>
            </a:xfrm>
            <a:custGeom>
              <a:avLst/>
              <a:gdLst/>
              <a:ahLst/>
              <a:cxnLst/>
              <a:rect l="l" t="t" r="r" b="b"/>
              <a:pathLst>
                <a:path w="1293893" h="1355507">
                  <a:moveTo>
                    <a:pt x="0" y="0"/>
                  </a:moveTo>
                  <a:lnTo>
                    <a:pt x="1293893" y="0"/>
                  </a:lnTo>
                  <a:lnTo>
                    <a:pt x="1293893" y="1355506"/>
                  </a:lnTo>
                  <a:lnTo>
                    <a:pt x="0" y="1355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25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3" name="Freeform 43"/>
            <p:cNvSpPr/>
            <p:nvPr/>
          </p:nvSpPr>
          <p:spPr>
            <a:xfrm rot="1716936">
              <a:off x="15176425" y="5698910"/>
              <a:ext cx="1293893" cy="1355507"/>
            </a:xfrm>
            <a:custGeom>
              <a:avLst/>
              <a:gdLst/>
              <a:ahLst/>
              <a:cxnLst/>
              <a:rect l="l" t="t" r="r" b="b"/>
              <a:pathLst>
                <a:path w="1293893" h="1355507">
                  <a:moveTo>
                    <a:pt x="0" y="0"/>
                  </a:moveTo>
                  <a:lnTo>
                    <a:pt x="1293893" y="0"/>
                  </a:lnTo>
                  <a:lnTo>
                    <a:pt x="1293893" y="1355507"/>
                  </a:lnTo>
                  <a:lnTo>
                    <a:pt x="0" y="1355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25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4" name="Freeform 44"/>
            <p:cNvSpPr/>
            <p:nvPr/>
          </p:nvSpPr>
          <p:spPr>
            <a:xfrm rot="1716936">
              <a:off x="15176425" y="11446074"/>
              <a:ext cx="1293893" cy="1355507"/>
            </a:xfrm>
            <a:custGeom>
              <a:avLst/>
              <a:gdLst/>
              <a:ahLst/>
              <a:cxnLst/>
              <a:rect l="l" t="t" r="r" b="b"/>
              <a:pathLst>
                <a:path w="1293893" h="1355507">
                  <a:moveTo>
                    <a:pt x="0" y="0"/>
                  </a:moveTo>
                  <a:lnTo>
                    <a:pt x="1293893" y="0"/>
                  </a:lnTo>
                  <a:lnTo>
                    <a:pt x="1293893" y="1355507"/>
                  </a:lnTo>
                  <a:lnTo>
                    <a:pt x="0" y="1355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25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5" name="Freeform 45"/>
            <p:cNvSpPr/>
            <p:nvPr/>
          </p:nvSpPr>
          <p:spPr>
            <a:xfrm rot="-1666660">
              <a:off x="1205483" y="922436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25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6" name="Freeform 46"/>
            <p:cNvSpPr/>
            <p:nvPr/>
          </p:nvSpPr>
          <p:spPr>
            <a:xfrm rot="-1666660">
              <a:off x="1205483" y="6394289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25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7" name="Freeform 47"/>
            <p:cNvSpPr/>
            <p:nvPr/>
          </p:nvSpPr>
          <p:spPr>
            <a:xfrm rot="-1666660">
              <a:off x="12005171" y="922436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25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8" name="Freeform 48"/>
            <p:cNvSpPr/>
            <p:nvPr/>
          </p:nvSpPr>
          <p:spPr>
            <a:xfrm rot="-1666660">
              <a:off x="12005171" y="6394289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25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9" name="Freeform 49"/>
            <p:cNvSpPr/>
            <p:nvPr/>
          </p:nvSpPr>
          <p:spPr>
            <a:xfrm rot="-1666660">
              <a:off x="12005171" y="12141453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25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0" name="Freeform 50"/>
            <p:cNvSpPr/>
            <p:nvPr/>
          </p:nvSpPr>
          <p:spPr>
            <a:xfrm rot="-1666660">
              <a:off x="22513873" y="922436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25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1" name="Freeform 51"/>
            <p:cNvSpPr/>
            <p:nvPr/>
          </p:nvSpPr>
          <p:spPr>
            <a:xfrm rot="-1666660">
              <a:off x="22513873" y="6394289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25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2" name="Freeform 52"/>
            <p:cNvSpPr/>
            <p:nvPr/>
          </p:nvSpPr>
          <p:spPr>
            <a:xfrm rot="-1666660">
              <a:off x="22513873" y="12141453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25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3" name="Freeform 53"/>
            <p:cNvSpPr/>
            <p:nvPr/>
          </p:nvSpPr>
          <p:spPr>
            <a:xfrm rot="-2040604">
              <a:off x="8727886" y="2864516"/>
              <a:ext cx="2378298" cy="951319"/>
            </a:xfrm>
            <a:custGeom>
              <a:avLst/>
              <a:gdLst/>
              <a:ahLst/>
              <a:cxnLst/>
              <a:rect l="l" t="t" r="r" b="b"/>
              <a:pathLst>
                <a:path w="2378298" h="951319">
                  <a:moveTo>
                    <a:pt x="0" y="0"/>
                  </a:moveTo>
                  <a:lnTo>
                    <a:pt x="2378298" y="0"/>
                  </a:lnTo>
                  <a:lnTo>
                    <a:pt x="2378298" y="951319"/>
                  </a:lnTo>
                  <a:lnTo>
                    <a:pt x="0" y="951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25000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4" name="Freeform 54"/>
            <p:cNvSpPr/>
            <p:nvPr/>
          </p:nvSpPr>
          <p:spPr>
            <a:xfrm rot="-2040604">
              <a:off x="8727886" y="8336369"/>
              <a:ext cx="2378298" cy="951319"/>
            </a:xfrm>
            <a:custGeom>
              <a:avLst/>
              <a:gdLst/>
              <a:ahLst/>
              <a:cxnLst/>
              <a:rect l="l" t="t" r="r" b="b"/>
              <a:pathLst>
                <a:path w="2378298" h="951319">
                  <a:moveTo>
                    <a:pt x="0" y="0"/>
                  </a:moveTo>
                  <a:lnTo>
                    <a:pt x="2378298" y="0"/>
                  </a:lnTo>
                  <a:lnTo>
                    <a:pt x="2378298" y="951320"/>
                  </a:lnTo>
                  <a:lnTo>
                    <a:pt x="0" y="95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25000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5" name="Freeform 55"/>
            <p:cNvSpPr/>
            <p:nvPr/>
          </p:nvSpPr>
          <p:spPr>
            <a:xfrm rot="-2040604">
              <a:off x="8727886" y="14083534"/>
              <a:ext cx="2378298" cy="951319"/>
            </a:xfrm>
            <a:custGeom>
              <a:avLst/>
              <a:gdLst/>
              <a:ahLst/>
              <a:cxnLst/>
              <a:rect l="l" t="t" r="r" b="b"/>
              <a:pathLst>
                <a:path w="2378298" h="951319">
                  <a:moveTo>
                    <a:pt x="0" y="0"/>
                  </a:moveTo>
                  <a:lnTo>
                    <a:pt x="2378298" y="0"/>
                  </a:lnTo>
                  <a:lnTo>
                    <a:pt x="2378298" y="951319"/>
                  </a:lnTo>
                  <a:lnTo>
                    <a:pt x="0" y="951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25000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6" name="Freeform 56"/>
            <p:cNvSpPr/>
            <p:nvPr/>
          </p:nvSpPr>
          <p:spPr>
            <a:xfrm rot="-2040604">
              <a:off x="19527574" y="2864516"/>
              <a:ext cx="2378298" cy="951319"/>
            </a:xfrm>
            <a:custGeom>
              <a:avLst/>
              <a:gdLst/>
              <a:ahLst/>
              <a:cxnLst/>
              <a:rect l="l" t="t" r="r" b="b"/>
              <a:pathLst>
                <a:path w="2378298" h="951319">
                  <a:moveTo>
                    <a:pt x="0" y="0"/>
                  </a:moveTo>
                  <a:lnTo>
                    <a:pt x="2378298" y="0"/>
                  </a:lnTo>
                  <a:lnTo>
                    <a:pt x="2378298" y="951319"/>
                  </a:lnTo>
                  <a:lnTo>
                    <a:pt x="0" y="951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25000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7" name="Freeform 57"/>
            <p:cNvSpPr/>
            <p:nvPr/>
          </p:nvSpPr>
          <p:spPr>
            <a:xfrm rot="-2040604">
              <a:off x="19527574" y="8336369"/>
              <a:ext cx="2378298" cy="951319"/>
            </a:xfrm>
            <a:custGeom>
              <a:avLst/>
              <a:gdLst/>
              <a:ahLst/>
              <a:cxnLst/>
              <a:rect l="l" t="t" r="r" b="b"/>
              <a:pathLst>
                <a:path w="2378298" h="951319">
                  <a:moveTo>
                    <a:pt x="0" y="0"/>
                  </a:moveTo>
                  <a:lnTo>
                    <a:pt x="2378298" y="0"/>
                  </a:lnTo>
                  <a:lnTo>
                    <a:pt x="2378298" y="951320"/>
                  </a:lnTo>
                  <a:lnTo>
                    <a:pt x="0" y="95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25000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8" name="Freeform 58"/>
            <p:cNvSpPr/>
            <p:nvPr/>
          </p:nvSpPr>
          <p:spPr>
            <a:xfrm rot="-2040604">
              <a:off x="19527574" y="14083534"/>
              <a:ext cx="2378298" cy="951319"/>
            </a:xfrm>
            <a:custGeom>
              <a:avLst/>
              <a:gdLst/>
              <a:ahLst/>
              <a:cxnLst/>
              <a:rect l="l" t="t" r="r" b="b"/>
              <a:pathLst>
                <a:path w="2378298" h="951319">
                  <a:moveTo>
                    <a:pt x="0" y="0"/>
                  </a:moveTo>
                  <a:lnTo>
                    <a:pt x="2378298" y="0"/>
                  </a:lnTo>
                  <a:lnTo>
                    <a:pt x="2378298" y="951319"/>
                  </a:lnTo>
                  <a:lnTo>
                    <a:pt x="0" y="951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25000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59" name="Freeform 59"/>
          <p:cNvSpPr/>
          <p:nvPr/>
        </p:nvSpPr>
        <p:spPr>
          <a:xfrm rot="9408861">
            <a:off x="227148" y="-8102877"/>
            <a:ext cx="19530096" cy="18642365"/>
          </a:xfrm>
          <a:custGeom>
            <a:avLst/>
            <a:gdLst/>
            <a:ahLst/>
            <a:cxnLst/>
            <a:rect l="l" t="t" r="r" b="b"/>
            <a:pathLst>
              <a:path w="19530096" h="18642365">
                <a:moveTo>
                  <a:pt x="0" y="0"/>
                </a:moveTo>
                <a:lnTo>
                  <a:pt x="19530097" y="0"/>
                </a:lnTo>
                <a:lnTo>
                  <a:pt x="19530097" y="18642365"/>
                </a:lnTo>
                <a:lnTo>
                  <a:pt x="0" y="1864236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60" name="Freeform 60"/>
          <p:cNvSpPr/>
          <p:nvPr/>
        </p:nvSpPr>
        <p:spPr>
          <a:xfrm rot="-1343918">
            <a:off x="943847" y="4519724"/>
            <a:ext cx="2819264" cy="4114800"/>
          </a:xfrm>
          <a:custGeom>
            <a:avLst/>
            <a:gdLst/>
            <a:ahLst/>
            <a:cxnLst/>
            <a:rect l="l" t="t" r="r" b="b"/>
            <a:pathLst>
              <a:path w="2819264" h="4114800">
                <a:moveTo>
                  <a:pt x="0" y="0"/>
                </a:moveTo>
                <a:lnTo>
                  <a:pt x="2819263" y="0"/>
                </a:lnTo>
                <a:lnTo>
                  <a:pt x="28192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</p:sp>
      <p:sp>
        <p:nvSpPr>
          <p:cNvPr id="61" name="Freeform 61"/>
          <p:cNvSpPr/>
          <p:nvPr/>
        </p:nvSpPr>
        <p:spPr>
          <a:xfrm rot="447030">
            <a:off x="2643475" y="7613799"/>
            <a:ext cx="2057400" cy="2057400"/>
          </a:xfrm>
          <a:custGeom>
            <a:avLst/>
            <a:gdLst/>
            <a:ahLst/>
            <a:cxnLst/>
            <a:rect l="l" t="t" r="r" b="b"/>
            <a:pathLst>
              <a:path w="2057400" h="2057400">
                <a:moveTo>
                  <a:pt x="0" y="0"/>
                </a:moveTo>
                <a:lnTo>
                  <a:pt x="2057400" y="0"/>
                </a:lnTo>
                <a:lnTo>
                  <a:pt x="2057400" y="2057400"/>
                </a:lnTo>
                <a:lnTo>
                  <a:pt x="0" y="2057400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</p:sp>
      <p:sp>
        <p:nvSpPr>
          <p:cNvPr id="62" name="TextBox 62"/>
          <p:cNvSpPr txBox="1"/>
          <p:nvPr/>
        </p:nvSpPr>
        <p:spPr>
          <a:xfrm>
            <a:off x="1447800" y="259163"/>
            <a:ext cx="16060499" cy="6655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5452"/>
              </a:lnSpc>
              <a:spcBef>
                <a:spcPct val="0"/>
              </a:spcBef>
            </a:pPr>
            <a:r>
              <a:rPr lang="en-US" sz="454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a1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447800" y="2740481"/>
            <a:ext cx="16687800" cy="11541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4478"/>
              </a:lnSpc>
              <a:spcBef>
                <a:spcPct val="0"/>
              </a:spcBef>
            </a:pPr>
            <a:r>
              <a:rPr lang="en-US" sz="407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a2</a:t>
            </a:r>
            <a:endParaRPr lang="en-US" sz="407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lnSpc>
                <a:spcPts val="4478"/>
              </a:lnSpc>
              <a:spcBef>
                <a:spcPct val="0"/>
              </a:spcBef>
            </a:pPr>
            <a:endParaRPr lang="en-US" sz="407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1628962" y="5461130"/>
            <a:ext cx="16659038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598"/>
              </a:lnSpc>
              <a:spcBef>
                <a:spcPct val="0"/>
              </a:spcBef>
            </a:pPr>
            <a:r>
              <a:rPr lang="en-US" sz="327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a3</a:t>
            </a:r>
            <a:endParaRPr lang="en-US" sz="327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lnSpc>
                <a:spcPts val="3598"/>
              </a:lnSpc>
              <a:spcBef>
                <a:spcPct val="0"/>
              </a:spcBef>
            </a:pPr>
            <a:endParaRPr lang="en-US" sz="327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TextBox 65"/>
          <p:cNvSpPr txBox="1"/>
          <p:nvPr/>
        </p:nvSpPr>
        <p:spPr>
          <a:xfrm>
            <a:off x="1447800" y="7301780"/>
            <a:ext cx="16840200" cy="8463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268"/>
              </a:lnSpc>
              <a:spcBef>
                <a:spcPct val="0"/>
              </a:spcBef>
            </a:pPr>
            <a:r>
              <a:rPr lang="en-US" sz="2970" dirty="0" err="1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a4</a:t>
            </a:r>
            <a:endParaRPr lang="en-US" sz="297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ctr">
              <a:lnSpc>
                <a:spcPts val="3268"/>
              </a:lnSpc>
              <a:spcBef>
                <a:spcPct val="0"/>
              </a:spcBef>
            </a:pPr>
            <a:endParaRPr lang="en-US" sz="297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AB9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19103" y="-713484"/>
            <a:ext cx="19326207" cy="11713967"/>
            <a:chOff x="0" y="0"/>
            <a:chExt cx="25768276" cy="15618623"/>
          </a:xfrm>
        </p:grpSpPr>
        <p:sp>
          <p:nvSpPr>
            <p:cNvPr id="3" name="Freeform 3"/>
            <p:cNvSpPr/>
            <p:nvPr/>
          </p:nvSpPr>
          <p:spPr>
            <a:xfrm rot="991718">
              <a:off x="5482633" y="4462449"/>
              <a:ext cx="1297557" cy="842232"/>
            </a:xfrm>
            <a:custGeom>
              <a:avLst/>
              <a:gdLst/>
              <a:ahLst/>
              <a:cxnLst/>
              <a:rect l="l" t="t" r="r" b="b"/>
              <a:pathLst>
                <a:path w="1297557" h="842232">
                  <a:moveTo>
                    <a:pt x="0" y="0"/>
                  </a:moveTo>
                  <a:lnTo>
                    <a:pt x="1297556" y="0"/>
                  </a:lnTo>
                  <a:lnTo>
                    <a:pt x="1297556" y="842232"/>
                  </a:lnTo>
                  <a:lnTo>
                    <a:pt x="0" y="842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991718">
              <a:off x="5482633" y="9934302"/>
              <a:ext cx="1297557" cy="842232"/>
            </a:xfrm>
            <a:custGeom>
              <a:avLst/>
              <a:gdLst/>
              <a:ahLst/>
              <a:cxnLst/>
              <a:rect l="l" t="t" r="r" b="b"/>
              <a:pathLst>
                <a:path w="1297557" h="842232">
                  <a:moveTo>
                    <a:pt x="0" y="0"/>
                  </a:moveTo>
                  <a:lnTo>
                    <a:pt x="1297556" y="0"/>
                  </a:lnTo>
                  <a:lnTo>
                    <a:pt x="1297556" y="842232"/>
                  </a:lnTo>
                  <a:lnTo>
                    <a:pt x="0" y="842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991718">
              <a:off x="16282321" y="4462449"/>
              <a:ext cx="1297557" cy="842232"/>
            </a:xfrm>
            <a:custGeom>
              <a:avLst/>
              <a:gdLst/>
              <a:ahLst/>
              <a:cxnLst/>
              <a:rect l="l" t="t" r="r" b="b"/>
              <a:pathLst>
                <a:path w="1297557" h="842232">
                  <a:moveTo>
                    <a:pt x="0" y="0"/>
                  </a:moveTo>
                  <a:lnTo>
                    <a:pt x="1297557" y="0"/>
                  </a:lnTo>
                  <a:lnTo>
                    <a:pt x="1297557" y="842232"/>
                  </a:lnTo>
                  <a:lnTo>
                    <a:pt x="0" y="842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991718">
              <a:off x="16282321" y="9934302"/>
              <a:ext cx="1297557" cy="842232"/>
            </a:xfrm>
            <a:custGeom>
              <a:avLst/>
              <a:gdLst/>
              <a:ahLst/>
              <a:cxnLst/>
              <a:rect l="l" t="t" r="r" b="b"/>
              <a:pathLst>
                <a:path w="1297557" h="842232">
                  <a:moveTo>
                    <a:pt x="0" y="0"/>
                  </a:moveTo>
                  <a:lnTo>
                    <a:pt x="1297557" y="0"/>
                  </a:lnTo>
                  <a:lnTo>
                    <a:pt x="1297557" y="842232"/>
                  </a:lnTo>
                  <a:lnTo>
                    <a:pt x="0" y="842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31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943121">
              <a:off x="5903178" y="2395003"/>
              <a:ext cx="1101813" cy="1320255"/>
            </a:xfrm>
            <a:custGeom>
              <a:avLst/>
              <a:gdLst/>
              <a:ahLst/>
              <a:cxnLst/>
              <a:rect l="l" t="t" r="r" b="b"/>
              <a:pathLst>
                <a:path w="1101813" h="1320255">
                  <a:moveTo>
                    <a:pt x="0" y="0"/>
                  </a:moveTo>
                  <a:lnTo>
                    <a:pt x="1101813" y="0"/>
                  </a:lnTo>
                  <a:lnTo>
                    <a:pt x="1101813" y="1320254"/>
                  </a:lnTo>
                  <a:lnTo>
                    <a:pt x="0" y="1320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1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943121">
              <a:off x="5903178" y="7866856"/>
              <a:ext cx="1101813" cy="1320255"/>
            </a:xfrm>
            <a:custGeom>
              <a:avLst/>
              <a:gdLst/>
              <a:ahLst/>
              <a:cxnLst/>
              <a:rect l="l" t="t" r="r" b="b"/>
              <a:pathLst>
                <a:path w="1101813" h="1320255">
                  <a:moveTo>
                    <a:pt x="0" y="0"/>
                  </a:moveTo>
                  <a:lnTo>
                    <a:pt x="1101813" y="0"/>
                  </a:lnTo>
                  <a:lnTo>
                    <a:pt x="11018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1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943121">
              <a:off x="5903178" y="13614020"/>
              <a:ext cx="1101813" cy="1320255"/>
            </a:xfrm>
            <a:custGeom>
              <a:avLst/>
              <a:gdLst/>
              <a:ahLst/>
              <a:cxnLst/>
              <a:rect l="l" t="t" r="r" b="b"/>
              <a:pathLst>
                <a:path w="1101813" h="1320255">
                  <a:moveTo>
                    <a:pt x="0" y="0"/>
                  </a:moveTo>
                  <a:lnTo>
                    <a:pt x="1101813" y="0"/>
                  </a:lnTo>
                  <a:lnTo>
                    <a:pt x="11018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1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943121">
              <a:off x="16702866" y="2395003"/>
              <a:ext cx="1101813" cy="1320255"/>
            </a:xfrm>
            <a:custGeom>
              <a:avLst/>
              <a:gdLst/>
              <a:ahLst/>
              <a:cxnLst/>
              <a:rect l="l" t="t" r="r" b="b"/>
              <a:pathLst>
                <a:path w="1101813" h="1320255">
                  <a:moveTo>
                    <a:pt x="0" y="0"/>
                  </a:moveTo>
                  <a:lnTo>
                    <a:pt x="1101813" y="0"/>
                  </a:lnTo>
                  <a:lnTo>
                    <a:pt x="1101813" y="1320254"/>
                  </a:lnTo>
                  <a:lnTo>
                    <a:pt x="0" y="1320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1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943121">
              <a:off x="16702866" y="7866856"/>
              <a:ext cx="1101813" cy="1320255"/>
            </a:xfrm>
            <a:custGeom>
              <a:avLst/>
              <a:gdLst/>
              <a:ahLst/>
              <a:cxnLst/>
              <a:rect l="l" t="t" r="r" b="b"/>
              <a:pathLst>
                <a:path w="1101813" h="1320255">
                  <a:moveTo>
                    <a:pt x="0" y="0"/>
                  </a:moveTo>
                  <a:lnTo>
                    <a:pt x="1101813" y="0"/>
                  </a:lnTo>
                  <a:lnTo>
                    <a:pt x="11018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1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943121">
              <a:off x="16702866" y="13614020"/>
              <a:ext cx="1101813" cy="1320255"/>
            </a:xfrm>
            <a:custGeom>
              <a:avLst/>
              <a:gdLst/>
              <a:ahLst/>
              <a:cxnLst/>
              <a:rect l="l" t="t" r="r" b="b"/>
              <a:pathLst>
                <a:path w="1101813" h="1320255">
                  <a:moveTo>
                    <a:pt x="0" y="0"/>
                  </a:moveTo>
                  <a:lnTo>
                    <a:pt x="1101813" y="0"/>
                  </a:lnTo>
                  <a:lnTo>
                    <a:pt x="11018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31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3642159"/>
              <a:ext cx="1278012" cy="1642305"/>
            </a:xfrm>
            <a:custGeom>
              <a:avLst/>
              <a:gdLst/>
              <a:ahLst/>
              <a:cxnLst/>
              <a:rect l="l" t="t" r="r" b="b"/>
              <a:pathLst>
                <a:path w="1278012" h="1642305">
                  <a:moveTo>
                    <a:pt x="0" y="0"/>
                  </a:moveTo>
                  <a:lnTo>
                    <a:pt x="1278012" y="0"/>
                  </a:lnTo>
                  <a:lnTo>
                    <a:pt x="1278012" y="1642305"/>
                  </a:lnTo>
                  <a:lnTo>
                    <a:pt x="0" y="1642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1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9114012"/>
              <a:ext cx="1278012" cy="1642305"/>
            </a:xfrm>
            <a:custGeom>
              <a:avLst/>
              <a:gdLst/>
              <a:ahLst/>
              <a:cxnLst/>
              <a:rect l="l" t="t" r="r" b="b"/>
              <a:pathLst>
                <a:path w="1278012" h="1642305">
                  <a:moveTo>
                    <a:pt x="0" y="0"/>
                  </a:moveTo>
                  <a:lnTo>
                    <a:pt x="1278012" y="0"/>
                  </a:lnTo>
                  <a:lnTo>
                    <a:pt x="1278012" y="1642305"/>
                  </a:lnTo>
                  <a:lnTo>
                    <a:pt x="0" y="1642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1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0799688" y="3642159"/>
              <a:ext cx="1278012" cy="1642305"/>
            </a:xfrm>
            <a:custGeom>
              <a:avLst/>
              <a:gdLst/>
              <a:ahLst/>
              <a:cxnLst/>
              <a:rect l="l" t="t" r="r" b="b"/>
              <a:pathLst>
                <a:path w="1278012" h="1642305">
                  <a:moveTo>
                    <a:pt x="0" y="0"/>
                  </a:moveTo>
                  <a:lnTo>
                    <a:pt x="1278012" y="0"/>
                  </a:lnTo>
                  <a:lnTo>
                    <a:pt x="1278012" y="1642305"/>
                  </a:lnTo>
                  <a:lnTo>
                    <a:pt x="0" y="1642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1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0799688" y="9114012"/>
              <a:ext cx="1278012" cy="1642305"/>
            </a:xfrm>
            <a:custGeom>
              <a:avLst/>
              <a:gdLst/>
              <a:ahLst/>
              <a:cxnLst/>
              <a:rect l="l" t="t" r="r" b="b"/>
              <a:pathLst>
                <a:path w="1278012" h="1642305">
                  <a:moveTo>
                    <a:pt x="0" y="0"/>
                  </a:moveTo>
                  <a:lnTo>
                    <a:pt x="1278012" y="0"/>
                  </a:lnTo>
                  <a:lnTo>
                    <a:pt x="1278012" y="1642305"/>
                  </a:lnTo>
                  <a:lnTo>
                    <a:pt x="0" y="1642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1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21308390" y="3642159"/>
              <a:ext cx="1278012" cy="1642305"/>
            </a:xfrm>
            <a:custGeom>
              <a:avLst/>
              <a:gdLst/>
              <a:ahLst/>
              <a:cxnLst/>
              <a:rect l="l" t="t" r="r" b="b"/>
              <a:pathLst>
                <a:path w="1278012" h="1642305">
                  <a:moveTo>
                    <a:pt x="0" y="0"/>
                  </a:moveTo>
                  <a:lnTo>
                    <a:pt x="1278012" y="0"/>
                  </a:lnTo>
                  <a:lnTo>
                    <a:pt x="1278012" y="1642305"/>
                  </a:lnTo>
                  <a:lnTo>
                    <a:pt x="0" y="1642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1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21308390" y="9114012"/>
              <a:ext cx="1278012" cy="1642305"/>
            </a:xfrm>
            <a:custGeom>
              <a:avLst/>
              <a:gdLst/>
              <a:ahLst/>
              <a:cxnLst/>
              <a:rect l="l" t="t" r="r" b="b"/>
              <a:pathLst>
                <a:path w="1278012" h="1642305">
                  <a:moveTo>
                    <a:pt x="0" y="0"/>
                  </a:moveTo>
                  <a:lnTo>
                    <a:pt x="1278012" y="0"/>
                  </a:lnTo>
                  <a:lnTo>
                    <a:pt x="1278012" y="1642305"/>
                  </a:lnTo>
                  <a:lnTo>
                    <a:pt x="0" y="1642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31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-3154894">
              <a:off x="2390223" y="4205486"/>
              <a:ext cx="1209834" cy="1320255"/>
            </a:xfrm>
            <a:custGeom>
              <a:avLst/>
              <a:gdLst/>
              <a:ahLst/>
              <a:cxnLst/>
              <a:rect l="l" t="t" r="r" b="b"/>
              <a:pathLst>
                <a:path w="1209834" h="1320255">
                  <a:moveTo>
                    <a:pt x="0" y="0"/>
                  </a:moveTo>
                  <a:lnTo>
                    <a:pt x="1209834" y="0"/>
                  </a:lnTo>
                  <a:lnTo>
                    <a:pt x="1209834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1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 rot="-3154894">
              <a:off x="2390223" y="9677339"/>
              <a:ext cx="1209834" cy="1320255"/>
            </a:xfrm>
            <a:custGeom>
              <a:avLst/>
              <a:gdLst/>
              <a:ahLst/>
              <a:cxnLst/>
              <a:rect l="l" t="t" r="r" b="b"/>
              <a:pathLst>
                <a:path w="1209834" h="1320255">
                  <a:moveTo>
                    <a:pt x="0" y="0"/>
                  </a:moveTo>
                  <a:lnTo>
                    <a:pt x="1209834" y="0"/>
                  </a:lnTo>
                  <a:lnTo>
                    <a:pt x="1209834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1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 rot="-3154894">
              <a:off x="13189911" y="4205486"/>
              <a:ext cx="1209834" cy="1320255"/>
            </a:xfrm>
            <a:custGeom>
              <a:avLst/>
              <a:gdLst/>
              <a:ahLst/>
              <a:cxnLst/>
              <a:rect l="l" t="t" r="r" b="b"/>
              <a:pathLst>
                <a:path w="1209834" h="1320255">
                  <a:moveTo>
                    <a:pt x="0" y="0"/>
                  </a:moveTo>
                  <a:lnTo>
                    <a:pt x="1209834" y="0"/>
                  </a:lnTo>
                  <a:lnTo>
                    <a:pt x="1209834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1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 rot="-3154894">
              <a:off x="13189911" y="9677339"/>
              <a:ext cx="1209834" cy="1320255"/>
            </a:xfrm>
            <a:custGeom>
              <a:avLst/>
              <a:gdLst/>
              <a:ahLst/>
              <a:cxnLst/>
              <a:rect l="l" t="t" r="r" b="b"/>
              <a:pathLst>
                <a:path w="1209834" h="1320255">
                  <a:moveTo>
                    <a:pt x="0" y="0"/>
                  </a:moveTo>
                  <a:lnTo>
                    <a:pt x="1209834" y="0"/>
                  </a:lnTo>
                  <a:lnTo>
                    <a:pt x="1209834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1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 rot="-3154894">
              <a:off x="23698613" y="4205486"/>
              <a:ext cx="1209834" cy="1320255"/>
            </a:xfrm>
            <a:custGeom>
              <a:avLst/>
              <a:gdLst/>
              <a:ahLst/>
              <a:cxnLst/>
              <a:rect l="l" t="t" r="r" b="b"/>
              <a:pathLst>
                <a:path w="1209834" h="1320255">
                  <a:moveTo>
                    <a:pt x="0" y="0"/>
                  </a:moveTo>
                  <a:lnTo>
                    <a:pt x="1209834" y="0"/>
                  </a:lnTo>
                  <a:lnTo>
                    <a:pt x="1209834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1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 rot="-3154894">
              <a:off x="23698613" y="9677339"/>
              <a:ext cx="1209834" cy="1320255"/>
            </a:xfrm>
            <a:custGeom>
              <a:avLst/>
              <a:gdLst/>
              <a:ahLst/>
              <a:cxnLst/>
              <a:rect l="l" t="t" r="r" b="b"/>
              <a:pathLst>
                <a:path w="1209834" h="1320255">
                  <a:moveTo>
                    <a:pt x="0" y="0"/>
                  </a:moveTo>
                  <a:lnTo>
                    <a:pt x="1209834" y="0"/>
                  </a:lnTo>
                  <a:lnTo>
                    <a:pt x="1209834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31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 rot="2383747">
              <a:off x="7660349" y="257979"/>
              <a:ext cx="1284248" cy="1320255"/>
            </a:xfrm>
            <a:custGeom>
              <a:avLst/>
              <a:gdLst/>
              <a:ahLst/>
              <a:cxnLst/>
              <a:rect l="l" t="t" r="r" b="b"/>
              <a:pathLst>
                <a:path w="1284248" h="1320255">
                  <a:moveTo>
                    <a:pt x="0" y="0"/>
                  </a:moveTo>
                  <a:lnTo>
                    <a:pt x="1284248" y="0"/>
                  </a:lnTo>
                  <a:lnTo>
                    <a:pt x="1284248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1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 rot="2383747">
              <a:off x="7660349" y="5729832"/>
              <a:ext cx="1284248" cy="1320255"/>
            </a:xfrm>
            <a:custGeom>
              <a:avLst/>
              <a:gdLst/>
              <a:ahLst/>
              <a:cxnLst/>
              <a:rect l="l" t="t" r="r" b="b"/>
              <a:pathLst>
                <a:path w="1284248" h="1320255">
                  <a:moveTo>
                    <a:pt x="0" y="0"/>
                  </a:moveTo>
                  <a:lnTo>
                    <a:pt x="1284248" y="0"/>
                  </a:lnTo>
                  <a:lnTo>
                    <a:pt x="1284248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1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 rot="2383747">
              <a:off x="7660349" y="11476996"/>
              <a:ext cx="1284248" cy="1320255"/>
            </a:xfrm>
            <a:custGeom>
              <a:avLst/>
              <a:gdLst/>
              <a:ahLst/>
              <a:cxnLst/>
              <a:rect l="l" t="t" r="r" b="b"/>
              <a:pathLst>
                <a:path w="1284248" h="1320255">
                  <a:moveTo>
                    <a:pt x="0" y="0"/>
                  </a:moveTo>
                  <a:lnTo>
                    <a:pt x="1284248" y="0"/>
                  </a:lnTo>
                  <a:lnTo>
                    <a:pt x="1284248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1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 rot="2383747">
              <a:off x="18460038" y="257979"/>
              <a:ext cx="1284248" cy="1320255"/>
            </a:xfrm>
            <a:custGeom>
              <a:avLst/>
              <a:gdLst/>
              <a:ahLst/>
              <a:cxnLst/>
              <a:rect l="l" t="t" r="r" b="b"/>
              <a:pathLst>
                <a:path w="1284248" h="1320255">
                  <a:moveTo>
                    <a:pt x="0" y="0"/>
                  </a:moveTo>
                  <a:lnTo>
                    <a:pt x="1284248" y="0"/>
                  </a:lnTo>
                  <a:lnTo>
                    <a:pt x="1284248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1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 rot="2383747">
              <a:off x="18460038" y="5729832"/>
              <a:ext cx="1284248" cy="1320255"/>
            </a:xfrm>
            <a:custGeom>
              <a:avLst/>
              <a:gdLst/>
              <a:ahLst/>
              <a:cxnLst/>
              <a:rect l="l" t="t" r="r" b="b"/>
              <a:pathLst>
                <a:path w="1284248" h="1320255">
                  <a:moveTo>
                    <a:pt x="0" y="0"/>
                  </a:moveTo>
                  <a:lnTo>
                    <a:pt x="1284248" y="0"/>
                  </a:lnTo>
                  <a:lnTo>
                    <a:pt x="1284248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1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 rot="2383747">
              <a:off x="18460038" y="11476996"/>
              <a:ext cx="1284248" cy="1320255"/>
            </a:xfrm>
            <a:custGeom>
              <a:avLst/>
              <a:gdLst/>
              <a:ahLst/>
              <a:cxnLst/>
              <a:rect l="l" t="t" r="r" b="b"/>
              <a:pathLst>
                <a:path w="1284248" h="1320255">
                  <a:moveTo>
                    <a:pt x="0" y="0"/>
                  </a:moveTo>
                  <a:lnTo>
                    <a:pt x="1284248" y="0"/>
                  </a:lnTo>
                  <a:lnTo>
                    <a:pt x="1284248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31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 rot="-944927">
              <a:off x="2750264" y="2710008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5" y="0"/>
                  </a:lnTo>
                  <a:lnTo>
                    <a:pt x="1699585" y="309016"/>
                  </a:lnTo>
                  <a:lnTo>
                    <a:pt x="0" y="309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1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2" name="Freeform 32"/>
            <p:cNvSpPr/>
            <p:nvPr/>
          </p:nvSpPr>
          <p:spPr>
            <a:xfrm rot="-944927">
              <a:off x="2750264" y="8181862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5" y="0"/>
                  </a:lnTo>
                  <a:lnTo>
                    <a:pt x="1699585" y="309015"/>
                  </a:lnTo>
                  <a:lnTo>
                    <a:pt x="0" y="30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1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 rot="-944927">
              <a:off x="2750264" y="13929026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5" y="0"/>
                  </a:lnTo>
                  <a:lnTo>
                    <a:pt x="1699585" y="309015"/>
                  </a:lnTo>
                  <a:lnTo>
                    <a:pt x="0" y="30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1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4" name="Freeform 34"/>
            <p:cNvSpPr/>
            <p:nvPr/>
          </p:nvSpPr>
          <p:spPr>
            <a:xfrm rot="-944927">
              <a:off x="13549952" y="2710008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6" y="0"/>
                  </a:lnTo>
                  <a:lnTo>
                    <a:pt x="1699586" y="309016"/>
                  </a:lnTo>
                  <a:lnTo>
                    <a:pt x="0" y="309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1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5" name="Freeform 35"/>
            <p:cNvSpPr/>
            <p:nvPr/>
          </p:nvSpPr>
          <p:spPr>
            <a:xfrm rot="-944927">
              <a:off x="13549952" y="8181862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6" y="0"/>
                  </a:lnTo>
                  <a:lnTo>
                    <a:pt x="1699586" y="309015"/>
                  </a:lnTo>
                  <a:lnTo>
                    <a:pt x="0" y="30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1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6" name="Freeform 36"/>
            <p:cNvSpPr/>
            <p:nvPr/>
          </p:nvSpPr>
          <p:spPr>
            <a:xfrm rot="-944927">
              <a:off x="13549952" y="13929026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6" y="0"/>
                  </a:lnTo>
                  <a:lnTo>
                    <a:pt x="1699586" y="309015"/>
                  </a:lnTo>
                  <a:lnTo>
                    <a:pt x="0" y="30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1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7" name="Freeform 37"/>
            <p:cNvSpPr/>
            <p:nvPr/>
          </p:nvSpPr>
          <p:spPr>
            <a:xfrm rot="-944927">
              <a:off x="24058654" y="2710008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5" y="0"/>
                  </a:lnTo>
                  <a:lnTo>
                    <a:pt x="1699585" y="309016"/>
                  </a:lnTo>
                  <a:lnTo>
                    <a:pt x="0" y="309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1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8" name="Freeform 38"/>
            <p:cNvSpPr/>
            <p:nvPr/>
          </p:nvSpPr>
          <p:spPr>
            <a:xfrm rot="-944927">
              <a:off x="24058654" y="8181862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5" y="0"/>
                  </a:lnTo>
                  <a:lnTo>
                    <a:pt x="1699585" y="309015"/>
                  </a:lnTo>
                  <a:lnTo>
                    <a:pt x="0" y="30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1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9" name="Freeform 39"/>
            <p:cNvSpPr/>
            <p:nvPr/>
          </p:nvSpPr>
          <p:spPr>
            <a:xfrm rot="-944927">
              <a:off x="24058654" y="13929026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5" y="0"/>
                  </a:lnTo>
                  <a:lnTo>
                    <a:pt x="1699585" y="309015"/>
                  </a:lnTo>
                  <a:lnTo>
                    <a:pt x="0" y="30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31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0" name="Freeform 40"/>
            <p:cNvSpPr/>
            <p:nvPr/>
          </p:nvSpPr>
          <p:spPr>
            <a:xfrm rot="1716936">
              <a:off x="4376737" y="227057"/>
              <a:ext cx="1293893" cy="1355507"/>
            </a:xfrm>
            <a:custGeom>
              <a:avLst/>
              <a:gdLst/>
              <a:ahLst/>
              <a:cxnLst/>
              <a:rect l="l" t="t" r="r" b="b"/>
              <a:pathLst>
                <a:path w="1293893" h="1355507">
                  <a:moveTo>
                    <a:pt x="0" y="0"/>
                  </a:moveTo>
                  <a:lnTo>
                    <a:pt x="1293893" y="0"/>
                  </a:lnTo>
                  <a:lnTo>
                    <a:pt x="1293893" y="1355506"/>
                  </a:lnTo>
                  <a:lnTo>
                    <a:pt x="0" y="1355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1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1" name="Freeform 41"/>
            <p:cNvSpPr/>
            <p:nvPr/>
          </p:nvSpPr>
          <p:spPr>
            <a:xfrm rot="1716936">
              <a:off x="4376737" y="5698910"/>
              <a:ext cx="1293893" cy="1355507"/>
            </a:xfrm>
            <a:custGeom>
              <a:avLst/>
              <a:gdLst/>
              <a:ahLst/>
              <a:cxnLst/>
              <a:rect l="l" t="t" r="r" b="b"/>
              <a:pathLst>
                <a:path w="1293893" h="1355507">
                  <a:moveTo>
                    <a:pt x="0" y="0"/>
                  </a:moveTo>
                  <a:lnTo>
                    <a:pt x="1293893" y="0"/>
                  </a:lnTo>
                  <a:lnTo>
                    <a:pt x="1293893" y="1355507"/>
                  </a:lnTo>
                  <a:lnTo>
                    <a:pt x="0" y="1355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1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2" name="Freeform 42"/>
            <p:cNvSpPr/>
            <p:nvPr/>
          </p:nvSpPr>
          <p:spPr>
            <a:xfrm rot="1716936">
              <a:off x="4376737" y="11446074"/>
              <a:ext cx="1293893" cy="1355507"/>
            </a:xfrm>
            <a:custGeom>
              <a:avLst/>
              <a:gdLst/>
              <a:ahLst/>
              <a:cxnLst/>
              <a:rect l="l" t="t" r="r" b="b"/>
              <a:pathLst>
                <a:path w="1293893" h="1355507">
                  <a:moveTo>
                    <a:pt x="0" y="0"/>
                  </a:moveTo>
                  <a:lnTo>
                    <a:pt x="1293893" y="0"/>
                  </a:lnTo>
                  <a:lnTo>
                    <a:pt x="1293893" y="1355507"/>
                  </a:lnTo>
                  <a:lnTo>
                    <a:pt x="0" y="1355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1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3" name="Freeform 43"/>
            <p:cNvSpPr/>
            <p:nvPr/>
          </p:nvSpPr>
          <p:spPr>
            <a:xfrm rot="1716936">
              <a:off x="15176425" y="227057"/>
              <a:ext cx="1293893" cy="1355507"/>
            </a:xfrm>
            <a:custGeom>
              <a:avLst/>
              <a:gdLst/>
              <a:ahLst/>
              <a:cxnLst/>
              <a:rect l="l" t="t" r="r" b="b"/>
              <a:pathLst>
                <a:path w="1293893" h="1355507">
                  <a:moveTo>
                    <a:pt x="0" y="0"/>
                  </a:moveTo>
                  <a:lnTo>
                    <a:pt x="1293893" y="0"/>
                  </a:lnTo>
                  <a:lnTo>
                    <a:pt x="1293893" y="1355506"/>
                  </a:lnTo>
                  <a:lnTo>
                    <a:pt x="0" y="1355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1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4" name="Freeform 44"/>
            <p:cNvSpPr/>
            <p:nvPr/>
          </p:nvSpPr>
          <p:spPr>
            <a:xfrm rot="1716936">
              <a:off x="15176425" y="5698910"/>
              <a:ext cx="1293893" cy="1355507"/>
            </a:xfrm>
            <a:custGeom>
              <a:avLst/>
              <a:gdLst/>
              <a:ahLst/>
              <a:cxnLst/>
              <a:rect l="l" t="t" r="r" b="b"/>
              <a:pathLst>
                <a:path w="1293893" h="1355507">
                  <a:moveTo>
                    <a:pt x="0" y="0"/>
                  </a:moveTo>
                  <a:lnTo>
                    <a:pt x="1293893" y="0"/>
                  </a:lnTo>
                  <a:lnTo>
                    <a:pt x="1293893" y="1355507"/>
                  </a:lnTo>
                  <a:lnTo>
                    <a:pt x="0" y="1355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1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5" name="Freeform 45"/>
            <p:cNvSpPr/>
            <p:nvPr/>
          </p:nvSpPr>
          <p:spPr>
            <a:xfrm rot="1716936">
              <a:off x="15176425" y="11446074"/>
              <a:ext cx="1293893" cy="1355507"/>
            </a:xfrm>
            <a:custGeom>
              <a:avLst/>
              <a:gdLst/>
              <a:ahLst/>
              <a:cxnLst/>
              <a:rect l="l" t="t" r="r" b="b"/>
              <a:pathLst>
                <a:path w="1293893" h="1355507">
                  <a:moveTo>
                    <a:pt x="0" y="0"/>
                  </a:moveTo>
                  <a:lnTo>
                    <a:pt x="1293893" y="0"/>
                  </a:lnTo>
                  <a:lnTo>
                    <a:pt x="1293893" y="1355507"/>
                  </a:lnTo>
                  <a:lnTo>
                    <a:pt x="0" y="1355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31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6" name="Freeform 46"/>
            <p:cNvSpPr/>
            <p:nvPr/>
          </p:nvSpPr>
          <p:spPr>
            <a:xfrm rot="-1666660">
              <a:off x="1205483" y="922436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31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7" name="Freeform 47"/>
            <p:cNvSpPr/>
            <p:nvPr/>
          </p:nvSpPr>
          <p:spPr>
            <a:xfrm rot="-1666660">
              <a:off x="1205483" y="6394289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31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8" name="Freeform 48"/>
            <p:cNvSpPr/>
            <p:nvPr/>
          </p:nvSpPr>
          <p:spPr>
            <a:xfrm rot="-1666660">
              <a:off x="1205483" y="12141453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31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9" name="Freeform 49"/>
            <p:cNvSpPr/>
            <p:nvPr/>
          </p:nvSpPr>
          <p:spPr>
            <a:xfrm rot="-1666660">
              <a:off x="12005171" y="922436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31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0" name="Freeform 50"/>
            <p:cNvSpPr/>
            <p:nvPr/>
          </p:nvSpPr>
          <p:spPr>
            <a:xfrm rot="-1666660">
              <a:off x="12005171" y="6394289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31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1" name="Freeform 51"/>
            <p:cNvSpPr/>
            <p:nvPr/>
          </p:nvSpPr>
          <p:spPr>
            <a:xfrm rot="-1666660">
              <a:off x="12005171" y="12141453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31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2" name="Freeform 52"/>
            <p:cNvSpPr/>
            <p:nvPr/>
          </p:nvSpPr>
          <p:spPr>
            <a:xfrm rot="-1666660">
              <a:off x="22513873" y="922436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31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3" name="Freeform 53"/>
            <p:cNvSpPr/>
            <p:nvPr/>
          </p:nvSpPr>
          <p:spPr>
            <a:xfrm rot="-1666660">
              <a:off x="22513873" y="6394289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31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4" name="Freeform 54"/>
            <p:cNvSpPr/>
            <p:nvPr/>
          </p:nvSpPr>
          <p:spPr>
            <a:xfrm rot="-1666660">
              <a:off x="22513873" y="12141453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31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5" name="Freeform 55"/>
            <p:cNvSpPr/>
            <p:nvPr/>
          </p:nvSpPr>
          <p:spPr>
            <a:xfrm rot="-2040604">
              <a:off x="8727886" y="2864516"/>
              <a:ext cx="2378298" cy="951319"/>
            </a:xfrm>
            <a:custGeom>
              <a:avLst/>
              <a:gdLst/>
              <a:ahLst/>
              <a:cxnLst/>
              <a:rect l="l" t="t" r="r" b="b"/>
              <a:pathLst>
                <a:path w="2378298" h="951319">
                  <a:moveTo>
                    <a:pt x="0" y="0"/>
                  </a:moveTo>
                  <a:lnTo>
                    <a:pt x="2378298" y="0"/>
                  </a:lnTo>
                  <a:lnTo>
                    <a:pt x="2378298" y="951319"/>
                  </a:lnTo>
                  <a:lnTo>
                    <a:pt x="0" y="951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31000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6" name="Freeform 56"/>
            <p:cNvSpPr/>
            <p:nvPr/>
          </p:nvSpPr>
          <p:spPr>
            <a:xfrm rot="-2040604">
              <a:off x="8727886" y="8336369"/>
              <a:ext cx="2378298" cy="951319"/>
            </a:xfrm>
            <a:custGeom>
              <a:avLst/>
              <a:gdLst/>
              <a:ahLst/>
              <a:cxnLst/>
              <a:rect l="l" t="t" r="r" b="b"/>
              <a:pathLst>
                <a:path w="2378298" h="951319">
                  <a:moveTo>
                    <a:pt x="0" y="0"/>
                  </a:moveTo>
                  <a:lnTo>
                    <a:pt x="2378298" y="0"/>
                  </a:lnTo>
                  <a:lnTo>
                    <a:pt x="2378298" y="951320"/>
                  </a:lnTo>
                  <a:lnTo>
                    <a:pt x="0" y="95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31000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7" name="Freeform 57"/>
            <p:cNvSpPr/>
            <p:nvPr/>
          </p:nvSpPr>
          <p:spPr>
            <a:xfrm rot="-2040604">
              <a:off x="8727886" y="14083534"/>
              <a:ext cx="2378298" cy="951319"/>
            </a:xfrm>
            <a:custGeom>
              <a:avLst/>
              <a:gdLst/>
              <a:ahLst/>
              <a:cxnLst/>
              <a:rect l="l" t="t" r="r" b="b"/>
              <a:pathLst>
                <a:path w="2378298" h="951319">
                  <a:moveTo>
                    <a:pt x="0" y="0"/>
                  </a:moveTo>
                  <a:lnTo>
                    <a:pt x="2378298" y="0"/>
                  </a:lnTo>
                  <a:lnTo>
                    <a:pt x="2378298" y="951319"/>
                  </a:lnTo>
                  <a:lnTo>
                    <a:pt x="0" y="951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31000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8" name="Freeform 58"/>
            <p:cNvSpPr/>
            <p:nvPr/>
          </p:nvSpPr>
          <p:spPr>
            <a:xfrm rot="-2040604">
              <a:off x="19527574" y="2864516"/>
              <a:ext cx="2378298" cy="951319"/>
            </a:xfrm>
            <a:custGeom>
              <a:avLst/>
              <a:gdLst/>
              <a:ahLst/>
              <a:cxnLst/>
              <a:rect l="l" t="t" r="r" b="b"/>
              <a:pathLst>
                <a:path w="2378298" h="951319">
                  <a:moveTo>
                    <a:pt x="0" y="0"/>
                  </a:moveTo>
                  <a:lnTo>
                    <a:pt x="2378298" y="0"/>
                  </a:lnTo>
                  <a:lnTo>
                    <a:pt x="2378298" y="951319"/>
                  </a:lnTo>
                  <a:lnTo>
                    <a:pt x="0" y="951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31000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9" name="Freeform 59"/>
            <p:cNvSpPr/>
            <p:nvPr/>
          </p:nvSpPr>
          <p:spPr>
            <a:xfrm rot="-2040604">
              <a:off x="19527574" y="8336369"/>
              <a:ext cx="2378298" cy="951319"/>
            </a:xfrm>
            <a:custGeom>
              <a:avLst/>
              <a:gdLst/>
              <a:ahLst/>
              <a:cxnLst/>
              <a:rect l="l" t="t" r="r" b="b"/>
              <a:pathLst>
                <a:path w="2378298" h="951319">
                  <a:moveTo>
                    <a:pt x="0" y="0"/>
                  </a:moveTo>
                  <a:lnTo>
                    <a:pt x="2378298" y="0"/>
                  </a:lnTo>
                  <a:lnTo>
                    <a:pt x="2378298" y="951320"/>
                  </a:lnTo>
                  <a:lnTo>
                    <a:pt x="0" y="95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31000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0" name="Freeform 60"/>
            <p:cNvSpPr/>
            <p:nvPr/>
          </p:nvSpPr>
          <p:spPr>
            <a:xfrm rot="-2040604">
              <a:off x="19527574" y="14083534"/>
              <a:ext cx="2378298" cy="951319"/>
            </a:xfrm>
            <a:custGeom>
              <a:avLst/>
              <a:gdLst/>
              <a:ahLst/>
              <a:cxnLst/>
              <a:rect l="l" t="t" r="r" b="b"/>
              <a:pathLst>
                <a:path w="2378298" h="951319">
                  <a:moveTo>
                    <a:pt x="0" y="0"/>
                  </a:moveTo>
                  <a:lnTo>
                    <a:pt x="2378298" y="0"/>
                  </a:lnTo>
                  <a:lnTo>
                    <a:pt x="2378298" y="951319"/>
                  </a:lnTo>
                  <a:lnTo>
                    <a:pt x="0" y="951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31000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61" name="Freeform 61"/>
          <p:cNvSpPr/>
          <p:nvPr/>
        </p:nvSpPr>
        <p:spPr>
          <a:xfrm rot="5400000">
            <a:off x="4399095" y="-2386790"/>
            <a:ext cx="9489809" cy="15857771"/>
          </a:xfrm>
          <a:custGeom>
            <a:avLst/>
            <a:gdLst/>
            <a:ahLst/>
            <a:cxnLst/>
            <a:rect l="l" t="t" r="r" b="b"/>
            <a:pathLst>
              <a:path w="9489809" h="15857771">
                <a:moveTo>
                  <a:pt x="0" y="0"/>
                </a:moveTo>
                <a:lnTo>
                  <a:pt x="9489810" y="0"/>
                </a:lnTo>
                <a:lnTo>
                  <a:pt x="9489810" y="15857771"/>
                </a:lnTo>
                <a:lnTo>
                  <a:pt x="0" y="15857771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r="-32817" b="-1086"/>
            </a:stretch>
          </a:blipFill>
        </p:spPr>
      </p:sp>
      <p:sp>
        <p:nvSpPr>
          <p:cNvPr id="62" name="TextBox 62"/>
          <p:cNvSpPr txBox="1"/>
          <p:nvPr/>
        </p:nvSpPr>
        <p:spPr>
          <a:xfrm>
            <a:off x="856284" y="1503193"/>
            <a:ext cx="16230600" cy="1400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52"/>
              </a:lnSpc>
            </a:pPr>
            <a:r>
              <a:rPr lang="en-US" sz="454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b1</a:t>
            </a:r>
          </a:p>
          <a:p>
            <a:pPr marL="0" lvl="0" indent="0" algn="ctr">
              <a:lnSpc>
                <a:spcPts val="5452"/>
              </a:lnSpc>
              <a:spcBef>
                <a:spcPct val="0"/>
              </a:spcBef>
            </a:pPr>
            <a:endParaRPr lang="en-US" sz="4543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TextBox 63"/>
          <p:cNvSpPr txBox="1"/>
          <p:nvPr/>
        </p:nvSpPr>
        <p:spPr>
          <a:xfrm>
            <a:off x="1544664" y="3390258"/>
            <a:ext cx="16743336" cy="1128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00"/>
              </a:lnSpc>
            </a:pPr>
            <a:r>
              <a:rPr lang="en-US" sz="4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b2</a:t>
            </a:r>
          </a:p>
          <a:p>
            <a:pPr marL="0" lvl="0" indent="0" algn="l">
              <a:lnSpc>
                <a:spcPts val="4400"/>
              </a:lnSpc>
              <a:spcBef>
                <a:spcPct val="0"/>
              </a:spcBef>
            </a:pPr>
            <a:endParaRPr lang="en-US" sz="40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" name="TextBox 64"/>
          <p:cNvSpPr txBox="1"/>
          <p:nvPr/>
        </p:nvSpPr>
        <p:spPr>
          <a:xfrm>
            <a:off x="1544664" y="5599306"/>
            <a:ext cx="16743336" cy="656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52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b3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44664" y="8141796"/>
            <a:ext cx="16743336" cy="6232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425"/>
              </a:lnSpc>
              <a:spcBef>
                <a:spcPct val="0"/>
              </a:spcBef>
            </a:pPr>
            <a:r>
              <a:rPr lang="en-US" sz="3455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b4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C9EB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789529" y="-736151"/>
            <a:ext cx="19326207" cy="11713967"/>
            <a:chOff x="0" y="0"/>
            <a:chExt cx="25768276" cy="15618623"/>
          </a:xfrm>
        </p:grpSpPr>
        <p:sp>
          <p:nvSpPr>
            <p:cNvPr id="3" name="Freeform 3"/>
            <p:cNvSpPr/>
            <p:nvPr/>
          </p:nvSpPr>
          <p:spPr>
            <a:xfrm rot="991718">
              <a:off x="5482633" y="4462449"/>
              <a:ext cx="1297557" cy="842232"/>
            </a:xfrm>
            <a:custGeom>
              <a:avLst/>
              <a:gdLst/>
              <a:ahLst/>
              <a:cxnLst/>
              <a:rect l="l" t="t" r="r" b="b"/>
              <a:pathLst>
                <a:path w="1297557" h="842232">
                  <a:moveTo>
                    <a:pt x="0" y="0"/>
                  </a:moveTo>
                  <a:lnTo>
                    <a:pt x="1297556" y="0"/>
                  </a:lnTo>
                  <a:lnTo>
                    <a:pt x="1297556" y="842232"/>
                  </a:lnTo>
                  <a:lnTo>
                    <a:pt x="0" y="842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991718">
              <a:off x="5482633" y="9934302"/>
              <a:ext cx="1297557" cy="842232"/>
            </a:xfrm>
            <a:custGeom>
              <a:avLst/>
              <a:gdLst/>
              <a:ahLst/>
              <a:cxnLst/>
              <a:rect l="l" t="t" r="r" b="b"/>
              <a:pathLst>
                <a:path w="1297557" h="842232">
                  <a:moveTo>
                    <a:pt x="0" y="0"/>
                  </a:moveTo>
                  <a:lnTo>
                    <a:pt x="1297556" y="0"/>
                  </a:lnTo>
                  <a:lnTo>
                    <a:pt x="1297556" y="842232"/>
                  </a:lnTo>
                  <a:lnTo>
                    <a:pt x="0" y="842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" name="Freeform 5"/>
            <p:cNvSpPr/>
            <p:nvPr/>
          </p:nvSpPr>
          <p:spPr>
            <a:xfrm rot="991718">
              <a:off x="16282321" y="4462449"/>
              <a:ext cx="1297557" cy="842232"/>
            </a:xfrm>
            <a:custGeom>
              <a:avLst/>
              <a:gdLst/>
              <a:ahLst/>
              <a:cxnLst/>
              <a:rect l="l" t="t" r="r" b="b"/>
              <a:pathLst>
                <a:path w="1297557" h="842232">
                  <a:moveTo>
                    <a:pt x="0" y="0"/>
                  </a:moveTo>
                  <a:lnTo>
                    <a:pt x="1297557" y="0"/>
                  </a:lnTo>
                  <a:lnTo>
                    <a:pt x="1297557" y="842232"/>
                  </a:lnTo>
                  <a:lnTo>
                    <a:pt x="0" y="842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" name="Freeform 6"/>
            <p:cNvSpPr/>
            <p:nvPr/>
          </p:nvSpPr>
          <p:spPr>
            <a:xfrm rot="991718">
              <a:off x="16282321" y="9934302"/>
              <a:ext cx="1297557" cy="842232"/>
            </a:xfrm>
            <a:custGeom>
              <a:avLst/>
              <a:gdLst/>
              <a:ahLst/>
              <a:cxnLst/>
              <a:rect l="l" t="t" r="r" b="b"/>
              <a:pathLst>
                <a:path w="1297557" h="842232">
                  <a:moveTo>
                    <a:pt x="0" y="0"/>
                  </a:moveTo>
                  <a:lnTo>
                    <a:pt x="1297557" y="0"/>
                  </a:lnTo>
                  <a:lnTo>
                    <a:pt x="1297557" y="842232"/>
                  </a:lnTo>
                  <a:lnTo>
                    <a:pt x="0" y="842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25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943121">
              <a:off x="5903178" y="2395003"/>
              <a:ext cx="1101813" cy="1320255"/>
            </a:xfrm>
            <a:custGeom>
              <a:avLst/>
              <a:gdLst/>
              <a:ahLst/>
              <a:cxnLst/>
              <a:rect l="l" t="t" r="r" b="b"/>
              <a:pathLst>
                <a:path w="1101813" h="1320255">
                  <a:moveTo>
                    <a:pt x="0" y="0"/>
                  </a:moveTo>
                  <a:lnTo>
                    <a:pt x="1101813" y="0"/>
                  </a:lnTo>
                  <a:lnTo>
                    <a:pt x="1101813" y="1320254"/>
                  </a:lnTo>
                  <a:lnTo>
                    <a:pt x="0" y="1320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 rot="943121">
              <a:off x="5903178" y="7866856"/>
              <a:ext cx="1101813" cy="1320255"/>
            </a:xfrm>
            <a:custGeom>
              <a:avLst/>
              <a:gdLst/>
              <a:ahLst/>
              <a:cxnLst/>
              <a:rect l="l" t="t" r="r" b="b"/>
              <a:pathLst>
                <a:path w="1101813" h="1320255">
                  <a:moveTo>
                    <a:pt x="0" y="0"/>
                  </a:moveTo>
                  <a:lnTo>
                    <a:pt x="1101813" y="0"/>
                  </a:lnTo>
                  <a:lnTo>
                    <a:pt x="11018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9" name="Freeform 9"/>
            <p:cNvSpPr/>
            <p:nvPr/>
          </p:nvSpPr>
          <p:spPr>
            <a:xfrm rot="943121">
              <a:off x="5903178" y="13614020"/>
              <a:ext cx="1101813" cy="1320255"/>
            </a:xfrm>
            <a:custGeom>
              <a:avLst/>
              <a:gdLst/>
              <a:ahLst/>
              <a:cxnLst/>
              <a:rect l="l" t="t" r="r" b="b"/>
              <a:pathLst>
                <a:path w="1101813" h="1320255">
                  <a:moveTo>
                    <a:pt x="0" y="0"/>
                  </a:moveTo>
                  <a:lnTo>
                    <a:pt x="1101813" y="0"/>
                  </a:lnTo>
                  <a:lnTo>
                    <a:pt x="11018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Freeform 10"/>
            <p:cNvSpPr/>
            <p:nvPr/>
          </p:nvSpPr>
          <p:spPr>
            <a:xfrm rot="943121">
              <a:off x="16702866" y="2395003"/>
              <a:ext cx="1101813" cy="1320255"/>
            </a:xfrm>
            <a:custGeom>
              <a:avLst/>
              <a:gdLst/>
              <a:ahLst/>
              <a:cxnLst/>
              <a:rect l="l" t="t" r="r" b="b"/>
              <a:pathLst>
                <a:path w="1101813" h="1320255">
                  <a:moveTo>
                    <a:pt x="0" y="0"/>
                  </a:moveTo>
                  <a:lnTo>
                    <a:pt x="1101813" y="0"/>
                  </a:lnTo>
                  <a:lnTo>
                    <a:pt x="1101813" y="1320254"/>
                  </a:lnTo>
                  <a:lnTo>
                    <a:pt x="0" y="132025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1" name="Freeform 11"/>
            <p:cNvSpPr/>
            <p:nvPr/>
          </p:nvSpPr>
          <p:spPr>
            <a:xfrm rot="943121">
              <a:off x="16702866" y="7866856"/>
              <a:ext cx="1101813" cy="1320255"/>
            </a:xfrm>
            <a:custGeom>
              <a:avLst/>
              <a:gdLst/>
              <a:ahLst/>
              <a:cxnLst/>
              <a:rect l="l" t="t" r="r" b="b"/>
              <a:pathLst>
                <a:path w="1101813" h="1320255">
                  <a:moveTo>
                    <a:pt x="0" y="0"/>
                  </a:moveTo>
                  <a:lnTo>
                    <a:pt x="1101813" y="0"/>
                  </a:lnTo>
                  <a:lnTo>
                    <a:pt x="11018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2" name="Freeform 12"/>
            <p:cNvSpPr/>
            <p:nvPr/>
          </p:nvSpPr>
          <p:spPr>
            <a:xfrm rot="943121">
              <a:off x="16702866" y="13614020"/>
              <a:ext cx="1101813" cy="1320255"/>
            </a:xfrm>
            <a:custGeom>
              <a:avLst/>
              <a:gdLst/>
              <a:ahLst/>
              <a:cxnLst/>
              <a:rect l="l" t="t" r="r" b="b"/>
              <a:pathLst>
                <a:path w="1101813" h="1320255">
                  <a:moveTo>
                    <a:pt x="0" y="0"/>
                  </a:moveTo>
                  <a:lnTo>
                    <a:pt x="1101813" y="0"/>
                  </a:lnTo>
                  <a:lnTo>
                    <a:pt x="11018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alphaModFix amt="2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0" y="3642159"/>
              <a:ext cx="1278012" cy="1642305"/>
            </a:xfrm>
            <a:custGeom>
              <a:avLst/>
              <a:gdLst/>
              <a:ahLst/>
              <a:cxnLst/>
              <a:rect l="l" t="t" r="r" b="b"/>
              <a:pathLst>
                <a:path w="1278012" h="1642305">
                  <a:moveTo>
                    <a:pt x="0" y="0"/>
                  </a:moveTo>
                  <a:lnTo>
                    <a:pt x="1278012" y="0"/>
                  </a:lnTo>
                  <a:lnTo>
                    <a:pt x="1278012" y="1642305"/>
                  </a:lnTo>
                  <a:lnTo>
                    <a:pt x="0" y="1642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5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0" y="9114012"/>
              <a:ext cx="1278012" cy="1642305"/>
            </a:xfrm>
            <a:custGeom>
              <a:avLst/>
              <a:gdLst/>
              <a:ahLst/>
              <a:cxnLst/>
              <a:rect l="l" t="t" r="r" b="b"/>
              <a:pathLst>
                <a:path w="1278012" h="1642305">
                  <a:moveTo>
                    <a:pt x="0" y="0"/>
                  </a:moveTo>
                  <a:lnTo>
                    <a:pt x="1278012" y="0"/>
                  </a:lnTo>
                  <a:lnTo>
                    <a:pt x="1278012" y="1642305"/>
                  </a:lnTo>
                  <a:lnTo>
                    <a:pt x="0" y="1642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5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10799688" y="3642159"/>
              <a:ext cx="1278012" cy="1642305"/>
            </a:xfrm>
            <a:custGeom>
              <a:avLst/>
              <a:gdLst/>
              <a:ahLst/>
              <a:cxnLst/>
              <a:rect l="l" t="t" r="r" b="b"/>
              <a:pathLst>
                <a:path w="1278012" h="1642305">
                  <a:moveTo>
                    <a:pt x="0" y="0"/>
                  </a:moveTo>
                  <a:lnTo>
                    <a:pt x="1278012" y="0"/>
                  </a:lnTo>
                  <a:lnTo>
                    <a:pt x="1278012" y="1642305"/>
                  </a:lnTo>
                  <a:lnTo>
                    <a:pt x="0" y="1642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5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10799688" y="9114012"/>
              <a:ext cx="1278012" cy="1642305"/>
            </a:xfrm>
            <a:custGeom>
              <a:avLst/>
              <a:gdLst/>
              <a:ahLst/>
              <a:cxnLst/>
              <a:rect l="l" t="t" r="r" b="b"/>
              <a:pathLst>
                <a:path w="1278012" h="1642305">
                  <a:moveTo>
                    <a:pt x="0" y="0"/>
                  </a:moveTo>
                  <a:lnTo>
                    <a:pt x="1278012" y="0"/>
                  </a:lnTo>
                  <a:lnTo>
                    <a:pt x="1278012" y="1642305"/>
                  </a:lnTo>
                  <a:lnTo>
                    <a:pt x="0" y="1642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5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7" name="Freeform 17"/>
            <p:cNvSpPr/>
            <p:nvPr/>
          </p:nvSpPr>
          <p:spPr>
            <a:xfrm>
              <a:off x="21308390" y="3642159"/>
              <a:ext cx="1278012" cy="1642305"/>
            </a:xfrm>
            <a:custGeom>
              <a:avLst/>
              <a:gdLst/>
              <a:ahLst/>
              <a:cxnLst/>
              <a:rect l="l" t="t" r="r" b="b"/>
              <a:pathLst>
                <a:path w="1278012" h="1642305">
                  <a:moveTo>
                    <a:pt x="0" y="0"/>
                  </a:moveTo>
                  <a:lnTo>
                    <a:pt x="1278012" y="0"/>
                  </a:lnTo>
                  <a:lnTo>
                    <a:pt x="1278012" y="1642305"/>
                  </a:lnTo>
                  <a:lnTo>
                    <a:pt x="0" y="1642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5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8" name="Freeform 18"/>
            <p:cNvSpPr/>
            <p:nvPr/>
          </p:nvSpPr>
          <p:spPr>
            <a:xfrm>
              <a:off x="21308390" y="9114012"/>
              <a:ext cx="1278012" cy="1642305"/>
            </a:xfrm>
            <a:custGeom>
              <a:avLst/>
              <a:gdLst/>
              <a:ahLst/>
              <a:cxnLst/>
              <a:rect l="l" t="t" r="r" b="b"/>
              <a:pathLst>
                <a:path w="1278012" h="1642305">
                  <a:moveTo>
                    <a:pt x="0" y="0"/>
                  </a:moveTo>
                  <a:lnTo>
                    <a:pt x="1278012" y="0"/>
                  </a:lnTo>
                  <a:lnTo>
                    <a:pt x="1278012" y="1642305"/>
                  </a:lnTo>
                  <a:lnTo>
                    <a:pt x="0" y="164230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alphaModFix amt="25000"/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-3154894">
              <a:off x="2390223" y="4205486"/>
              <a:ext cx="1209834" cy="1320255"/>
            </a:xfrm>
            <a:custGeom>
              <a:avLst/>
              <a:gdLst/>
              <a:ahLst/>
              <a:cxnLst/>
              <a:rect l="l" t="t" r="r" b="b"/>
              <a:pathLst>
                <a:path w="1209834" h="1320255">
                  <a:moveTo>
                    <a:pt x="0" y="0"/>
                  </a:moveTo>
                  <a:lnTo>
                    <a:pt x="1209834" y="0"/>
                  </a:lnTo>
                  <a:lnTo>
                    <a:pt x="1209834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5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 rot="-3154894">
              <a:off x="2390223" y="9677339"/>
              <a:ext cx="1209834" cy="1320255"/>
            </a:xfrm>
            <a:custGeom>
              <a:avLst/>
              <a:gdLst/>
              <a:ahLst/>
              <a:cxnLst/>
              <a:rect l="l" t="t" r="r" b="b"/>
              <a:pathLst>
                <a:path w="1209834" h="1320255">
                  <a:moveTo>
                    <a:pt x="0" y="0"/>
                  </a:moveTo>
                  <a:lnTo>
                    <a:pt x="1209834" y="0"/>
                  </a:lnTo>
                  <a:lnTo>
                    <a:pt x="1209834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5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1" name="Freeform 21"/>
            <p:cNvSpPr/>
            <p:nvPr/>
          </p:nvSpPr>
          <p:spPr>
            <a:xfrm rot="-3154894">
              <a:off x="13189911" y="4205486"/>
              <a:ext cx="1209834" cy="1320255"/>
            </a:xfrm>
            <a:custGeom>
              <a:avLst/>
              <a:gdLst/>
              <a:ahLst/>
              <a:cxnLst/>
              <a:rect l="l" t="t" r="r" b="b"/>
              <a:pathLst>
                <a:path w="1209834" h="1320255">
                  <a:moveTo>
                    <a:pt x="0" y="0"/>
                  </a:moveTo>
                  <a:lnTo>
                    <a:pt x="1209834" y="0"/>
                  </a:lnTo>
                  <a:lnTo>
                    <a:pt x="1209834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5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2" name="Freeform 22"/>
            <p:cNvSpPr/>
            <p:nvPr/>
          </p:nvSpPr>
          <p:spPr>
            <a:xfrm rot="-3154894">
              <a:off x="13189911" y="9677339"/>
              <a:ext cx="1209834" cy="1320255"/>
            </a:xfrm>
            <a:custGeom>
              <a:avLst/>
              <a:gdLst/>
              <a:ahLst/>
              <a:cxnLst/>
              <a:rect l="l" t="t" r="r" b="b"/>
              <a:pathLst>
                <a:path w="1209834" h="1320255">
                  <a:moveTo>
                    <a:pt x="0" y="0"/>
                  </a:moveTo>
                  <a:lnTo>
                    <a:pt x="1209834" y="0"/>
                  </a:lnTo>
                  <a:lnTo>
                    <a:pt x="1209834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5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3" name="Freeform 23"/>
            <p:cNvSpPr/>
            <p:nvPr/>
          </p:nvSpPr>
          <p:spPr>
            <a:xfrm rot="-3154894">
              <a:off x="23698613" y="4205486"/>
              <a:ext cx="1209834" cy="1320255"/>
            </a:xfrm>
            <a:custGeom>
              <a:avLst/>
              <a:gdLst/>
              <a:ahLst/>
              <a:cxnLst/>
              <a:rect l="l" t="t" r="r" b="b"/>
              <a:pathLst>
                <a:path w="1209834" h="1320255">
                  <a:moveTo>
                    <a:pt x="0" y="0"/>
                  </a:moveTo>
                  <a:lnTo>
                    <a:pt x="1209834" y="0"/>
                  </a:lnTo>
                  <a:lnTo>
                    <a:pt x="1209834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5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4" name="Freeform 24"/>
            <p:cNvSpPr/>
            <p:nvPr/>
          </p:nvSpPr>
          <p:spPr>
            <a:xfrm rot="-3154894">
              <a:off x="23698613" y="9677339"/>
              <a:ext cx="1209834" cy="1320255"/>
            </a:xfrm>
            <a:custGeom>
              <a:avLst/>
              <a:gdLst/>
              <a:ahLst/>
              <a:cxnLst/>
              <a:rect l="l" t="t" r="r" b="b"/>
              <a:pathLst>
                <a:path w="1209834" h="1320255">
                  <a:moveTo>
                    <a:pt x="0" y="0"/>
                  </a:moveTo>
                  <a:lnTo>
                    <a:pt x="1209834" y="0"/>
                  </a:lnTo>
                  <a:lnTo>
                    <a:pt x="1209834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alphaModFix amt="25000"/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Freeform 25"/>
            <p:cNvSpPr/>
            <p:nvPr/>
          </p:nvSpPr>
          <p:spPr>
            <a:xfrm rot="2383747">
              <a:off x="7660349" y="257979"/>
              <a:ext cx="1284248" cy="1320255"/>
            </a:xfrm>
            <a:custGeom>
              <a:avLst/>
              <a:gdLst/>
              <a:ahLst/>
              <a:cxnLst/>
              <a:rect l="l" t="t" r="r" b="b"/>
              <a:pathLst>
                <a:path w="1284248" h="1320255">
                  <a:moveTo>
                    <a:pt x="0" y="0"/>
                  </a:moveTo>
                  <a:lnTo>
                    <a:pt x="1284248" y="0"/>
                  </a:lnTo>
                  <a:lnTo>
                    <a:pt x="1284248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25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 rot="2383747">
              <a:off x="7660349" y="5729832"/>
              <a:ext cx="1284248" cy="1320255"/>
            </a:xfrm>
            <a:custGeom>
              <a:avLst/>
              <a:gdLst/>
              <a:ahLst/>
              <a:cxnLst/>
              <a:rect l="l" t="t" r="r" b="b"/>
              <a:pathLst>
                <a:path w="1284248" h="1320255">
                  <a:moveTo>
                    <a:pt x="0" y="0"/>
                  </a:moveTo>
                  <a:lnTo>
                    <a:pt x="1284248" y="0"/>
                  </a:lnTo>
                  <a:lnTo>
                    <a:pt x="1284248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25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 rot="2383747">
              <a:off x="7660349" y="11476996"/>
              <a:ext cx="1284248" cy="1320255"/>
            </a:xfrm>
            <a:custGeom>
              <a:avLst/>
              <a:gdLst/>
              <a:ahLst/>
              <a:cxnLst/>
              <a:rect l="l" t="t" r="r" b="b"/>
              <a:pathLst>
                <a:path w="1284248" h="1320255">
                  <a:moveTo>
                    <a:pt x="0" y="0"/>
                  </a:moveTo>
                  <a:lnTo>
                    <a:pt x="1284248" y="0"/>
                  </a:lnTo>
                  <a:lnTo>
                    <a:pt x="1284248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25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 rot="2383747">
              <a:off x="18460038" y="257979"/>
              <a:ext cx="1284248" cy="1320255"/>
            </a:xfrm>
            <a:custGeom>
              <a:avLst/>
              <a:gdLst/>
              <a:ahLst/>
              <a:cxnLst/>
              <a:rect l="l" t="t" r="r" b="b"/>
              <a:pathLst>
                <a:path w="1284248" h="1320255">
                  <a:moveTo>
                    <a:pt x="0" y="0"/>
                  </a:moveTo>
                  <a:lnTo>
                    <a:pt x="1284248" y="0"/>
                  </a:lnTo>
                  <a:lnTo>
                    <a:pt x="1284248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25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 rot="2383747">
              <a:off x="18460038" y="5729832"/>
              <a:ext cx="1284248" cy="1320255"/>
            </a:xfrm>
            <a:custGeom>
              <a:avLst/>
              <a:gdLst/>
              <a:ahLst/>
              <a:cxnLst/>
              <a:rect l="l" t="t" r="r" b="b"/>
              <a:pathLst>
                <a:path w="1284248" h="1320255">
                  <a:moveTo>
                    <a:pt x="0" y="0"/>
                  </a:moveTo>
                  <a:lnTo>
                    <a:pt x="1284248" y="0"/>
                  </a:lnTo>
                  <a:lnTo>
                    <a:pt x="1284248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25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 rot="2383747">
              <a:off x="18460038" y="11476996"/>
              <a:ext cx="1284248" cy="1320255"/>
            </a:xfrm>
            <a:custGeom>
              <a:avLst/>
              <a:gdLst/>
              <a:ahLst/>
              <a:cxnLst/>
              <a:rect l="l" t="t" r="r" b="b"/>
              <a:pathLst>
                <a:path w="1284248" h="1320255">
                  <a:moveTo>
                    <a:pt x="0" y="0"/>
                  </a:moveTo>
                  <a:lnTo>
                    <a:pt x="1284248" y="0"/>
                  </a:lnTo>
                  <a:lnTo>
                    <a:pt x="1284248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alphaModFix amt="25000"/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1" name="Freeform 31"/>
            <p:cNvSpPr/>
            <p:nvPr/>
          </p:nvSpPr>
          <p:spPr>
            <a:xfrm rot="-944927">
              <a:off x="2750264" y="2710008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5" y="0"/>
                  </a:lnTo>
                  <a:lnTo>
                    <a:pt x="1699585" y="309016"/>
                  </a:lnTo>
                  <a:lnTo>
                    <a:pt x="0" y="309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25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2" name="Freeform 32"/>
            <p:cNvSpPr/>
            <p:nvPr/>
          </p:nvSpPr>
          <p:spPr>
            <a:xfrm rot="-944927">
              <a:off x="2750264" y="8181862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5" y="0"/>
                  </a:lnTo>
                  <a:lnTo>
                    <a:pt x="1699585" y="309015"/>
                  </a:lnTo>
                  <a:lnTo>
                    <a:pt x="0" y="30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25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3" name="Freeform 33"/>
            <p:cNvSpPr/>
            <p:nvPr/>
          </p:nvSpPr>
          <p:spPr>
            <a:xfrm rot="-944927">
              <a:off x="2750264" y="13929026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5" y="0"/>
                  </a:lnTo>
                  <a:lnTo>
                    <a:pt x="1699585" y="309015"/>
                  </a:lnTo>
                  <a:lnTo>
                    <a:pt x="0" y="30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25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4" name="Freeform 34"/>
            <p:cNvSpPr/>
            <p:nvPr/>
          </p:nvSpPr>
          <p:spPr>
            <a:xfrm rot="-944927">
              <a:off x="13549952" y="2710008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6" y="0"/>
                  </a:lnTo>
                  <a:lnTo>
                    <a:pt x="1699586" y="309016"/>
                  </a:lnTo>
                  <a:lnTo>
                    <a:pt x="0" y="309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25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5" name="Freeform 35"/>
            <p:cNvSpPr/>
            <p:nvPr/>
          </p:nvSpPr>
          <p:spPr>
            <a:xfrm rot="-944927">
              <a:off x="13549952" y="8181862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6" y="0"/>
                  </a:lnTo>
                  <a:lnTo>
                    <a:pt x="1699586" y="309015"/>
                  </a:lnTo>
                  <a:lnTo>
                    <a:pt x="0" y="30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25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6" name="Freeform 36"/>
            <p:cNvSpPr/>
            <p:nvPr/>
          </p:nvSpPr>
          <p:spPr>
            <a:xfrm rot="-944927">
              <a:off x="13549952" y="13929026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6" y="0"/>
                  </a:lnTo>
                  <a:lnTo>
                    <a:pt x="1699586" y="309015"/>
                  </a:lnTo>
                  <a:lnTo>
                    <a:pt x="0" y="30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25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7" name="Freeform 37"/>
            <p:cNvSpPr/>
            <p:nvPr/>
          </p:nvSpPr>
          <p:spPr>
            <a:xfrm rot="-944927">
              <a:off x="24058654" y="2710008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5" y="0"/>
                  </a:lnTo>
                  <a:lnTo>
                    <a:pt x="1699585" y="309016"/>
                  </a:lnTo>
                  <a:lnTo>
                    <a:pt x="0" y="3090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25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8" name="Freeform 38"/>
            <p:cNvSpPr/>
            <p:nvPr/>
          </p:nvSpPr>
          <p:spPr>
            <a:xfrm rot="-944927">
              <a:off x="24058654" y="8181862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5" y="0"/>
                  </a:lnTo>
                  <a:lnTo>
                    <a:pt x="1699585" y="309015"/>
                  </a:lnTo>
                  <a:lnTo>
                    <a:pt x="0" y="30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25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39" name="Freeform 39"/>
            <p:cNvSpPr/>
            <p:nvPr/>
          </p:nvSpPr>
          <p:spPr>
            <a:xfrm rot="-944927">
              <a:off x="24058654" y="13929026"/>
              <a:ext cx="1699585" cy="309016"/>
            </a:xfrm>
            <a:custGeom>
              <a:avLst/>
              <a:gdLst/>
              <a:ahLst/>
              <a:cxnLst/>
              <a:rect l="l" t="t" r="r" b="b"/>
              <a:pathLst>
                <a:path w="1699585" h="309016">
                  <a:moveTo>
                    <a:pt x="0" y="0"/>
                  </a:moveTo>
                  <a:lnTo>
                    <a:pt x="1699585" y="0"/>
                  </a:lnTo>
                  <a:lnTo>
                    <a:pt x="1699585" y="309015"/>
                  </a:lnTo>
                  <a:lnTo>
                    <a:pt x="0" y="3090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alphaModFix amt="25000"/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0" name="Freeform 40"/>
            <p:cNvSpPr/>
            <p:nvPr/>
          </p:nvSpPr>
          <p:spPr>
            <a:xfrm rot="1716936">
              <a:off x="4376737" y="227057"/>
              <a:ext cx="1293893" cy="1355507"/>
            </a:xfrm>
            <a:custGeom>
              <a:avLst/>
              <a:gdLst/>
              <a:ahLst/>
              <a:cxnLst/>
              <a:rect l="l" t="t" r="r" b="b"/>
              <a:pathLst>
                <a:path w="1293893" h="1355507">
                  <a:moveTo>
                    <a:pt x="0" y="0"/>
                  </a:moveTo>
                  <a:lnTo>
                    <a:pt x="1293893" y="0"/>
                  </a:lnTo>
                  <a:lnTo>
                    <a:pt x="1293893" y="1355506"/>
                  </a:lnTo>
                  <a:lnTo>
                    <a:pt x="0" y="1355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25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1" name="Freeform 41"/>
            <p:cNvSpPr/>
            <p:nvPr/>
          </p:nvSpPr>
          <p:spPr>
            <a:xfrm rot="1716936">
              <a:off x="4376737" y="5698910"/>
              <a:ext cx="1293893" cy="1355507"/>
            </a:xfrm>
            <a:custGeom>
              <a:avLst/>
              <a:gdLst/>
              <a:ahLst/>
              <a:cxnLst/>
              <a:rect l="l" t="t" r="r" b="b"/>
              <a:pathLst>
                <a:path w="1293893" h="1355507">
                  <a:moveTo>
                    <a:pt x="0" y="0"/>
                  </a:moveTo>
                  <a:lnTo>
                    <a:pt x="1293893" y="0"/>
                  </a:lnTo>
                  <a:lnTo>
                    <a:pt x="1293893" y="1355507"/>
                  </a:lnTo>
                  <a:lnTo>
                    <a:pt x="0" y="1355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25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2" name="Freeform 42"/>
            <p:cNvSpPr/>
            <p:nvPr/>
          </p:nvSpPr>
          <p:spPr>
            <a:xfrm rot="1716936">
              <a:off x="4376737" y="11446074"/>
              <a:ext cx="1293893" cy="1355507"/>
            </a:xfrm>
            <a:custGeom>
              <a:avLst/>
              <a:gdLst/>
              <a:ahLst/>
              <a:cxnLst/>
              <a:rect l="l" t="t" r="r" b="b"/>
              <a:pathLst>
                <a:path w="1293893" h="1355507">
                  <a:moveTo>
                    <a:pt x="0" y="0"/>
                  </a:moveTo>
                  <a:lnTo>
                    <a:pt x="1293893" y="0"/>
                  </a:lnTo>
                  <a:lnTo>
                    <a:pt x="1293893" y="1355507"/>
                  </a:lnTo>
                  <a:lnTo>
                    <a:pt x="0" y="1355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25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3" name="Freeform 43"/>
            <p:cNvSpPr/>
            <p:nvPr/>
          </p:nvSpPr>
          <p:spPr>
            <a:xfrm rot="1716936">
              <a:off x="15176425" y="227057"/>
              <a:ext cx="1293893" cy="1355507"/>
            </a:xfrm>
            <a:custGeom>
              <a:avLst/>
              <a:gdLst/>
              <a:ahLst/>
              <a:cxnLst/>
              <a:rect l="l" t="t" r="r" b="b"/>
              <a:pathLst>
                <a:path w="1293893" h="1355507">
                  <a:moveTo>
                    <a:pt x="0" y="0"/>
                  </a:moveTo>
                  <a:lnTo>
                    <a:pt x="1293893" y="0"/>
                  </a:lnTo>
                  <a:lnTo>
                    <a:pt x="1293893" y="1355506"/>
                  </a:lnTo>
                  <a:lnTo>
                    <a:pt x="0" y="135550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25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4" name="Freeform 44"/>
            <p:cNvSpPr/>
            <p:nvPr/>
          </p:nvSpPr>
          <p:spPr>
            <a:xfrm rot="1716936">
              <a:off x="15176425" y="5698910"/>
              <a:ext cx="1293893" cy="1355507"/>
            </a:xfrm>
            <a:custGeom>
              <a:avLst/>
              <a:gdLst/>
              <a:ahLst/>
              <a:cxnLst/>
              <a:rect l="l" t="t" r="r" b="b"/>
              <a:pathLst>
                <a:path w="1293893" h="1355507">
                  <a:moveTo>
                    <a:pt x="0" y="0"/>
                  </a:moveTo>
                  <a:lnTo>
                    <a:pt x="1293893" y="0"/>
                  </a:lnTo>
                  <a:lnTo>
                    <a:pt x="1293893" y="1355507"/>
                  </a:lnTo>
                  <a:lnTo>
                    <a:pt x="0" y="1355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25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5" name="Freeform 45"/>
            <p:cNvSpPr/>
            <p:nvPr/>
          </p:nvSpPr>
          <p:spPr>
            <a:xfrm rot="1716936">
              <a:off x="15176425" y="11446074"/>
              <a:ext cx="1293893" cy="1355507"/>
            </a:xfrm>
            <a:custGeom>
              <a:avLst/>
              <a:gdLst/>
              <a:ahLst/>
              <a:cxnLst/>
              <a:rect l="l" t="t" r="r" b="b"/>
              <a:pathLst>
                <a:path w="1293893" h="1355507">
                  <a:moveTo>
                    <a:pt x="0" y="0"/>
                  </a:moveTo>
                  <a:lnTo>
                    <a:pt x="1293893" y="0"/>
                  </a:lnTo>
                  <a:lnTo>
                    <a:pt x="1293893" y="1355507"/>
                  </a:lnTo>
                  <a:lnTo>
                    <a:pt x="0" y="1355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>
                <a:alphaModFix amt="25000"/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6" name="Freeform 46"/>
            <p:cNvSpPr/>
            <p:nvPr/>
          </p:nvSpPr>
          <p:spPr>
            <a:xfrm rot="-1666660">
              <a:off x="1205483" y="922436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25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7" name="Freeform 47"/>
            <p:cNvSpPr/>
            <p:nvPr/>
          </p:nvSpPr>
          <p:spPr>
            <a:xfrm rot="-1666660">
              <a:off x="1205483" y="6394289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25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8" name="Freeform 48"/>
            <p:cNvSpPr/>
            <p:nvPr/>
          </p:nvSpPr>
          <p:spPr>
            <a:xfrm rot="-1666660">
              <a:off x="1205483" y="12141453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25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49" name="Freeform 49"/>
            <p:cNvSpPr/>
            <p:nvPr/>
          </p:nvSpPr>
          <p:spPr>
            <a:xfrm rot="-1666660">
              <a:off x="12005171" y="922436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25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0" name="Freeform 50"/>
            <p:cNvSpPr/>
            <p:nvPr/>
          </p:nvSpPr>
          <p:spPr>
            <a:xfrm rot="-1666660">
              <a:off x="12005171" y="6394289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25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1" name="Freeform 51"/>
            <p:cNvSpPr/>
            <p:nvPr/>
          </p:nvSpPr>
          <p:spPr>
            <a:xfrm rot="-1666660">
              <a:off x="12005171" y="12141453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25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2" name="Freeform 52"/>
            <p:cNvSpPr/>
            <p:nvPr/>
          </p:nvSpPr>
          <p:spPr>
            <a:xfrm rot="-1666660">
              <a:off x="22513873" y="922436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25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3" name="Freeform 53"/>
            <p:cNvSpPr/>
            <p:nvPr/>
          </p:nvSpPr>
          <p:spPr>
            <a:xfrm rot="-1666660">
              <a:off x="22513873" y="6394289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25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4" name="Freeform 54"/>
            <p:cNvSpPr/>
            <p:nvPr/>
          </p:nvSpPr>
          <p:spPr>
            <a:xfrm rot="-1666660">
              <a:off x="22513873" y="12141453"/>
              <a:ext cx="1106614" cy="1320255"/>
            </a:xfrm>
            <a:custGeom>
              <a:avLst/>
              <a:gdLst/>
              <a:ahLst/>
              <a:cxnLst/>
              <a:rect l="l" t="t" r="r" b="b"/>
              <a:pathLst>
                <a:path w="1106614" h="1320255">
                  <a:moveTo>
                    <a:pt x="0" y="0"/>
                  </a:moveTo>
                  <a:lnTo>
                    <a:pt x="1106613" y="0"/>
                  </a:lnTo>
                  <a:lnTo>
                    <a:pt x="1106613" y="1320255"/>
                  </a:lnTo>
                  <a:lnTo>
                    <a:pt x="0" y="13202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>
                <a:alphaModFix amt="25000"/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5" name="Freeform 55"/>
            <p:cNvSpPr/>
            <p:nvPr/>
          </p:nvSpPr>
          <p:spPr>
            <a:xfrm rot="-2040604">
              <a:off x="8727886" y="2864516"/>
              <a:ext cx="2378298" cy="951319"/>
            </a:xfrm>
            <a:custGeom>
              <a:avLst/>
              <a:gdLst/>
              <a:ahLst/>
              <a:cxnLst/>
              <a:rect l="l" t="t" r="r" b="b"/>
              <a:pathLst>
                <a:path w="2378298" h="951319">
                  <a:moveTo>
                    <a:pt x="0" y="0"/>
                  </a:moveTo>
                  <a:lnTo>
                    <a:pt x="2378298" y="0"/>
                  </a:lnTo>
                  <a:lnTo>
                    <a:pt x="2378298" y="951319"/>
                  </a:lnTo>
                  <a:lnTo>
                    <a:pt x="0" y="951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25000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6" name="Freeform 56"/>
            <p:cNvSpPr/>
            <p:nvPr/>
          </p:nvSpPr>
          <p:spPr>
            <a:xfrm rot="-2040604">
              <a:off x="8727886" y="8336369"/>
              <a:ext cx="2378298" cy="951319"/>
            </a:xfrm>
            <a:custGeom>
              <a:avLst/>
              <a:gdLst/>
              <a:ahLst/>
              <a:cxnLst/>
              <a:rect l="l" t="t" r="r" b="b"/>
              <a:pathLst>
                <a:path w="2378298" h="951319">
                  <a:moveTo>
                    <a:pt x="0" y="0"/>
                  </a:moveTo>
                  <a:lnTo>
                    <a:pt x="2378298" y="0"/>
                  </a:lnTo>
                  <a:lnTo>
                    <a:pt x="2378298" y="951320"/>
                  </a:lnTo>
                  <a:lnTo>
                    <a:pt x="0" y="95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25000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7" name="Freeform 57"/>
            <p:cNvSpPr/>
            <p:nvPr/>
          </p:nvSpPr>
          <p:spPr>
            <a:xfrm rot="-2040604">
              <a:off x="8727886" y="14083534"/>
              <a:ext cx="2378298" cy="951319"/>
            </a:xfrm>
            <a:custGeom>
              <a:avLst/>
              <a:gdLst/>
              <a:ahLst/>
              <a:cxnLst/>
              <a:rect l="l" t="t" r="r" b="b"/>
              <a:pathLst>
                <a:path w="2378298" h="951319">
                  <a:moveTo>
                    <a:pt x="0" y="0"/>
                  </a:moveTo>
                  <a:lnTo>
                    <a:pt x="2378298" y="0"/>
                  </a:lnTo>
                  <a:lnTo>
                    <a:pt x="2378298" y="951319"/>
                  </a:lnTo>
                  <a:lnTo>
                    <a:pt x="0" y="951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25000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8" name="Freeform 58"/>
            <p:cNvSpPr/>
            <p:nvPr/>
          </p:nvSpPr>
          <p:spPr>
            <a:xfrm rot="-2040604">
              <a:off x="19527574" y="2864516"/>
              <a:ext cx="2378298" cy="951319"/>
            </a:xfrm>
            <a:custGeom>
              <a:avLst/>
              <a:gdLst/>
              <a:ahLst/>
              <a:cxnLst/>
              <a:rect l="l" t="t" r="r" b="b"/>
              <a:pathLst>
                <a:path w="2378298" h="951319">
                  <a:moveTo>
                    <a:pt x="0" y="0"/>
                  </a:moveTo>
                  <a:lnTo>
                    <a:pt x="2378298" y="0"/>
                  </a:lnTo>
                  <a:lnTo>
                    <a:pt x="2378298" y="951319"/>
                  </a:lnTo>
                  <a:lnTo>
                    <a:pt x="0" y="951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25000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9" name="Freeform 59"/>
            <p:cNvSpPr/>
            <p:nvPr/>
          </p:nvSpPr>
          <p:spPr>
            <a:xfrm rot="-2040604">
              <a:off x="19527574" y="8336369"/>
              <a:ext cx="2378298" cy="951319"/>
            </a:xfrm>
            <a:custGeom>
              <a:avLst/>
              <a:gdLst/>
              <a:ahLst/>
              <a:cxnLst/>
              <a:rect l="l" t="t" r="r" b="b"/>
              <a:pathLst>
                <a:path w="2378298" h="951319">
                  <a:moveTo>
                    <a:pt x="0" y="0"/>
                  </a:moveTo>
                  <a:lnTo>
                    <a:pt x="2378298" y="0"/>
                  </a:lnTo>
                  <a:lnTo>
                    <a:pt x="2378298" y="951320"/>
                  </a:lnTo>
                  <a:lnTo>
                    <a:pt x="0" y="9513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25000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0" name="Freeform 60"/>
            <p:cNvSpPr/>
            <p:nvPr/>
          </p:nvSpPr>
          <p:spPr>
            <a:xfrm rot="-2040604">
              <a:off x="19527574" y="14083534"/>
              <a:ext cx="2378298" cy="951319"/>
            </a:xfrm>
            <a:custGeom>
              <a:avLst/>
              <a:gdLst/>
              <a:ahLst/>
              <a:cxnLst/>
              <a:rect l="l" t="t" r="r" b="b"/>
              <a:pathLst>
                <a:path w="2378298" h="951319">
                  <a:moveTo>
                    <a:pt x="0" y="0"/>
                  </a:moveTo>
                  <a:lnTo>
                    <a:pt x="2378298" y="0"/>
                  </a:lnTo>
                  <a:lnTo>
                    <a:pt x="2378298" y="951319"/>
                  </a:lnTo>
                  <a:lnTo>
                    <a:pt x="0" y="9513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>
                <a:alphaModFix amt="25000"/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1" name="Group 61"/>
          <p:cNvGrpSpPr/>
          <p:nvPr/>
        </p:nvGrpSpPr>
        <p:grpSpPr>
          <a:xfrm rot="-63649">
            <a:off x="819611" y="605061"/>
            <a:ext cx="16753217" cy="9238381"/>
            <a:chOff x="0" y="0"/>
            <a:chExt cx="22337622" cy="12317841"/>
          </a:xfrm>
        </p:grpSpPr>
        <p:sp>
          <p:nvSpPr>
            <p:cNvPr id="62" name="Freeform 62"/>
            <p:cNvSpPr/>
            <p:nvPr/>
          </p:nvSpPr>
          <p:spPr>
            <a:xfrm>
              <a:off x="0" y="3713493"/>
              <a:ext cx="22337622" cy="8604348"/>
            </a:xfrm>
            <a:custGeom>
              <a:avLst/>
              <a:gdLst/>
              <a:ahLst/>
              <a:cxnLst/>
              <a:rect l="l" t="t" r="r" b="b"/>
              <a:pathLst>
                <a:path w="22337622" h="8604348">
                  <a:moveTo>
                    <a:pt x="0" y="0"/>
                  </a:moveTo>
                  <a:lnTo>
                    <a:pt x="22337622" y="0"/>
                  </a:lnTo>
                  <a:lnTo>
                    <a:pt x="22337622" y="8604348"/>
                  </a:lnTo>
                  <a:lnTo>
                    <a:pt x="0" y="860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3" name="Freeform 63"/>
            <p:cNvSpPr/>
            <p:nvPr/>
          </p:nvSpPr>
          <p:spPr>
            <a:xfrm rot="-10800000">
              <a:off x="0" y="2296215"/>
              <a:ext cx="22337622" cy="8604348"/>
            </a:xfrm>
            <a:custGeom>
              <a:avLst/>
              <a:gdLst/>
              <a:ahLst/>
              <a:cxnLst/>
              <a:rect l="l" t="t" r="r" b="b"/>
              <a:pathLst>
                <a:path w="22337622" h="8604348">
                  <a:moveTo>
                    <a:pt x="0" y="0"/>
                  </a:moveTo>
                  <a:lnTo>
                    <a:pt x="22337622" y="0"/>
                  </a:lnTo>
                  <a:lnTo>
                    <a:pt x="22337622" y="8604348"/>
                  </a:lnTo>
                  <a:lnTo>
                    <a:pt x="0" y="860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64" name="Freeform 64"/>
            <p:cNvSpPr/>
            <p:nvPr/>
          </p:nvSpPr>
          <p:spPr>
            <a:xfrm rot="-10800000">
              <a:off x="0" y="0"/>
              <a:ext cx="22337622" cy="8604348"/>
            </a:xfrm>
            <a:custGeom>
              <a:avLst/>
              <a:gdLst/>
              <a:ahLst/>
              <a:cxnLst/>
              <a:rect l="l" t="t" r="r" b="b"/>
              <a:pathLst>
                <a:path w="22337622" h="8604348">
                  <a:moveTo>
                    <a:pt x="0" y="0"/>
                  </a:moveTo>
                  <a:lnTo>
                    <a:pt x="22337622" y="0"/>
                  </a:lnTo>
                  <a:lnTo>
                    <a:pt x="22337622" y="8604348"/>
                  </a:lnTo>
                  <a:lnTo>
                    <a:pt x="0" y="86043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>
                <a:fillRect/>
              </a:stretch>
            </a:blipFill>
          </p:spPr>
        </p:sp>
      </p:grpSp>
      <p:grpSp>
        <p:nvGrpSpPr>
          <p:cNvPr id="65" name="Group 65"/>
          <p:cNvGrpSpPr/>
          <p:nvPr/>
        </p:nvGrpSpPr>
        <p:grpSpPr>
          <a:xfrm>
            <a:off x="1796972" y="4961697"/>
            <a:ext cx="9876231" cy="3172474"/>
            <a:chOff x="0" y="0"/>
            <a:chExt cx="1978702" cy="635605"/>
          </a:xfrm>
        </p:grpSpPr>
        <p:sp>
          <p:nvSpPr>
            <p:cNvPr id="66" name="Freeform 66"/>
            <p:cNvSpPr/>
            <p:nvPr/>
          </p:nvSpPr>
          <p:spPr>
            <a:xfrm>
              <a:off x="9779" y="6223"/>
              <a:ext cx="1963970" cy="620238"/>
            </a:xfrm>
            <a:custGeom>
              <a:avLst/>
              <a:gdLst/>
              <a:ahLst/>
              <a:cxnLst/>
              <a:rect l="l" t="t" r="r" b="b"/>
              <a:pathLst>
                <a:path w="1963970" h="620238">
                  <a:moveTo>
                    <a:pt x="1963462" y="479014"/>
                  </a:moveTo>
                  <a:lnTo>
                    <a:pt x="1963462" y="455519"/>
                  </a:lnTo>
                  <a:cubicBezTo>
                    <a:pt x="1963462" y="455138"/>
                    <a:pt x="1963462" y="454757"/>
                    <a:pt x="1963462" y="454376"/>
                  </a:cubicBezTo>
                  <a:cubicBezTo>
                    <a:pt x="1963462" y="454503"/>
                    <a:pt x="1963462" y="454757"/>
                    <a:pt x="1963462" y="454884"/>
                  </a:cubicBezTo>
                  <a:lnTo>
                    <a:pt x="1963208" y="212861"/>
                  </a:lnTo>
                  <a:lnTo>
                    <a:pt x="1963208" y="212224"/>
                  </a:lnTo>
                  <a:cubicBezTo>
                    <a:pt x="1963208" y="211715"/>
                    <a:pt x="1963208" y="211205"/>
                    <a:pt x="1963208" y="210823"/>
                  </a:cubicBezTo>
                  <a:lnTo>
                    <a:pt x="1963208" y="163195"/>
                  </a:lnTo>
                  <a:cubicBezTo>
                    <a:pt x="1963335" y="164084"/>
                    <a:pt x="1963462" y="165608"/>
                    <a:pt x="1963589" y="167259"/>
                  </a:cubicBezTo>
                  <a:cubicBezTo>
                    <a:pt x="1962954" y="151384"/>
                    <a:pt x="1963716" y="134112"/>
                    <a:pt x="1963208" y="125349"/>
                  </a:cubicBezTo>
                  <a:lnTo>
                    <a:pt x="1962827" y="126238"/>
                  </a:lnTo>
                  <a:cubicBezTo>
                    <a:pt x="1962700" y="120777"/>
                    <a:pt x="1962573" y="115824"/>
                    <a:pt x="1962700" y="110998"/>
                  </a:cubicBezTo>
                  <a:cubicBezTo>
                    <a:pt x="1962573" y="105283"/>
                    <a:pt x="1962700" y="98552"/>
                    <a:pt x="1961811" y="92456"/>
                  </a:cubicBezTo>
                  <a:cubicBezTo>
                    <a:pt x="1960160" y="80010"/>
                    <a:pt x="1956858" y="66929"/>
                    <a:pt x="1947714" y="52451"/>
                  </a:cubicBezTo>
                  <a:lnTo>
                    <a:pt x="1947714" y="52705"/>
                  </a:lnTo>
                  <a:cubicBezTo>
                    <a:pt x="1940221" y="40894"/>
                    <a:pt x="1930061" y="28448"/>
                    <a:pt x="1920409" y="20828"/>
                  </a:cubicBezTo>
                  <a:cubicBezTo>
                    <a:pt x="1906312" y="11176"/>
                    <a:pt x="1918758" y="20828"/>
                    <a:pt x="1906693" y="13589"/>
                  </a:cubicBezTo>
                  <a:cubicBezTo>
                    <a:pt x="1905804" y="12827"/>
                    <a:pt x="1904153" y="12446"/>
                    <a:pt x="1902248" y="12319"/>
                  </a:cubicBezTo>
                  <a:cubicBezTo>
                    <a:pt x="1895644" y="9017"/>
                    <a:pt x="1894628" y="8890"/>
                    <a:pt x="1893485" y="8636"/>
                  </a:cubicBezTo>
                  <a:cubicBezTo>
                    <a:pt x="1892342" y="8509"/>
                    <a:pt x="1891326" y="8001"/>
                    <a:pt x="1883960" y="5588"/>
                  </a:cubicBezTo>
                  <a:cubicBezTo>
                    <a:pt x="1883198" y="5334"/>
                    <a:pt x="1882309" y="5080"/>
                    <a:pt x="1881420" y="4699"/>
                  </a:cubicBezTo>
                  <a:lnTo>
                    <a:pt x="1880023" y="3429"/>
                  </a:lnTo>
                  <a:cubicBezTo>
                    <a:pt x="1877483" y="2667"/>
                    <a:pt x="1873038" y="2921"/>
                    <a:pt x="1868593" y="3302"/>
                  </a:cubicBezTo>
                  <a:cubicBezTo>
                    <a:pt x="1866815" y="3048"/>
                    <a:pt x="1865164" y="2540"/>
                    <a:pt x="1863259" y="2413"/>
                  </a:cubicBezTo>
                  <a:cubicBezTo>
                    <a:pt x="1858941" y="2159"/>
                    <a:pt x="1853607" y="1778"/>
                    <a:pt x="1849797" y="1778"/>
                  </a:cubicBezTo>
                  <a:cubicBezTo>
                    <a:pt x="1845860" y="1778"/>
                    <a:pt x="1841923" y="1778"/>
                    <a:pt x="1837986" y="1778"/>
                  </a:cubicBezTo>
                  <a:cubicBezTo>
                    <a:pt x="1829985" y="1778"/>
                    <a:pt x="1821730" y="1778"/>
                    <a:pt x="1813221" y="1778"/>
                  </a:cubicBezTo>
                  <a:cubicBezTo>
                    <a:pt x="1796076" y="1778"/>
                    <a:pt x="1778042" y="1905"/>
                    <a:pt x="1722604" y="1905"/>
                  </a:cubicBezTo>
                  <a:lnTo>
                    <a:pt x="1725356" y="1651"/>
                  </a:lnTo>
                  <a:lnTo>
                    <a:pt x="1548296" y="1905"/>
                  </a:lnTo>
                  <a:cubicBezTo>
                    <a:pt x="1475820" y="1905"/>
                    <a:pt x="1402427" y="1905"/>
                    <a:pt x="1329034" y="2032"/>
                  </a:cubicBezTo>
                  <a:cubicBezTo>
                    <a:pt x="1286833" y="2032"/>
                    <a:pt x="1241880" y="2286"/>
                    <a:pt x="1196009" y="2540"/>
                  </a:cubicBezTo>
                  <a:lnTo>
                    <a:pt x="835466" y="3048"/>
                  </a:lnTo>
                  <a:cubicBezTo>
                    <a:pt x="729964" y="2032"/>
                    <a:pt x="624461" y="2540"/>
                    <a:pt x="520793" y="4572"/>
                  </a:cubicBezTo>
                  <a:lnTo>
                    <a:pt x="490519" y="5334"/>
                  </a:lnTo>
                  <a:cubicBezTo>
                    <a:pt x="318963" y="5080"/>
                    <a:pt x="217130" y="4318"/>
                    <a:pt x="193294" y="3937"/>
                  </a:cubicBezTo>
                  <a:lnTo>
                    <a:pt x="193675" y="4318"/>
                  </a:lnTo>
                  <a:cubicBezTo>
                    <a:pt x="184785" y="4191"/>
                    <a:pt x="162687" y="3429"/>
                    <a:pt x="161925" y="2159"/>
                  </a:cubicBezTo>
                  <a:cubicBezTo>
                    <a:pt x="161798" y="2032"/>
                    <a:pt x="161925" y="1905"/>
                    <a:pt x="161671" y="1905"/>
                  </a:cubicBezTo>
                  <a:cubicBezTo>
                    <a:pt x="159639" y="1905"/>
                    <a:pt x="157734" y="2032"/>
                    <a:pt x="156083" y="2032"/>
                  </a:cubicBezTo>
                  <a:cubicBezTo>
                    <a:pt x="156083" y="2032"/>
                    <a:pt x="101473" y="0"/>
                    <a:pt x="91567" y="3937"/>
                  </a:cubicBezTo>
                  <a:cubicBezTo>
                    <a:pt x="83947" y="4953"/>
                    <a:pt x="75692" y="6858"/>
                    <a:pt x="67183" y="10541"/>
                  </a:cubicBezTo>
                  <a:cubicBezTo>
                    <a:pt x="44323" y="19558"/>
                    <a:pt x="20828" y="40005"/>
                    <a:pt x="9525" y="67183"/>
                  </a:cubicBezTo>
                  <a:cubicBezTo>
                    <a:pt x="3683" y="80518"/>
                    <a:pt x="889" y="95123"/>
                    <a:pt x="889" y="108839"/>
                  </a:cubicBezTo>
                  <a:cubicBezTo>
                    <a:pt x="889" y="111506"/>
                    <a:pt x="889" y="114046"/>
                    <a:pt x="889" y="116713"/>
                  </a:cubicBezTo>
                  <a:lnTo>
                    <a:pt x="889" y="161163"/>
                  </a:lnTo>
                  <a:cubicBezTo>
                    <a:pt x="889" y="171450"/>
                    <a:pt x="889" y="179451"/>
                    <a:pt x="889" y="184023"/>
                  </a:cubicBezTo>
                  <a:lnTo>
                    <a:pt x="889" y="183515"/>
                  </a:lnTo>
                  <a:lnTo>
                    <a:pt x="889" y="201930"/>
                  </a:lnTo>
                  <a:cubicBezTo>
                    <a:pt x="762" y="224323"/>
                    <a:pt x="1016" y="248903"/>
                    <a:pt x="0" y="269789"/>
                  </a:cubicBezTo>
                  <a:cubicBezTo>
                    <a:pt x="0" y="278831"/>
                    <a:pt x="127" y="293222"/>
                    <a:pt x="254" y="310925"/>
                  </a:cubicBezTo>
                  <a:cubicBezTo>
                    <a:pt x="127" y="328627"/>
                    <a:pt x="0" y="343018"/>
                    <a:pt x="0" y="352061"/>
                  </a:cubicBezTo>
                  <a:cubicBezTo>
                    <a:pt x="1016" y="372692"/>
                    <a:pt x="762" y="396890"/>
                    <a:pt x="889" y="419177"/>
                  </a:cubicBezTo>
                  <a:lnTo>
                    <a:pt x="889" y="438374"/>
                  </a:lnTo>
                  <a:lnTo>
                    <a:pt x="889" y="437993"/>
                  </a:lnTo>
                  <a:cubicBezTo>
                    <a:pt x="889" y="441803"/>
                    <a:pt x="889" y="448153"/>
                    <a:pt x="889" y="456154"/>
                  </a:cubicBezTo>
                  <a:lnTo>
                    <a:pt x="889" y="513177"/>
                  </a:lnTo>
                  <a:cubicBezTo>
                    <a:pt x="889" y="526893"/>
                    <a:pt x="3683" y="541498"/>
                    <a:pt x="9525" y="554833"/>
                  </a:cubicBezTo>
                  <a:cubicBezTo>
                    <a:pt x="20828" y="581884"/>
                    <a:pt x="44450" y="602458"/>
                    <a:pt x="67183" y="611475"/>
                  </a:cubicBezTo>
                  <a:cubicBezTo>
                    <a:pt x="78486" y="616301"/>
                    <a:pt x="89662" y="618079"/>
                    <a:pt x="98806" y="618968"/>
                  </a:cubicBezTo>
                  <a:cubicBezTo>
                    <a:pt x="104267" y="619349"/>
                    <a:pt x="108331" y="619349"/>
                    <a:pt x="111633" y="619349"/>
                  </a:cubicBezTo>
                  <a:cubicBezTo>
                    <a:pt x="110871" y="619476"/>
                    <a:pt x="109982" y="619603"/>
                    <a:pt x="108966" y="619603"/>
                  </a:cubicBezTo>
                  <a:cubicBezTo>
                    <a:pt x="111252" y="619476"/>
                    <a:pt x="112776" y="619349"/>
                    <a:pt x="113538" y="619222"/>
                  </a:cubicBezTo>
                  <a:cubicBezTo>
                    <a:pt x="115316" y="619222"/>
                    <a:pt x="116840" y="619222"/>
                    <a:pt x="118237" y="619222"/>
                  </a:cubicBezTo>
                  <a:lnTo>
                    <a:pt x="114300" y="619095"/>
                  </a:lnTo>
                  <a:cubicBezTo>
                    <a:pt x="142748" y="618333"/>
                    <a:pt x="139065" y="619730"/>
                    <a:pt x="161925" y="620238"/>
                  </a:cubicBezTo>
                  <a:cubicBezTo>
                    <a:pt x="161544" y="619984"/>
                    <a:pt x="161798" y="619857"/>
                    <a:pt x="162433" y="619603"/>
                  </a:cubicBezTo>
                  <a:lnTo>
                    <a:pt x="161925" y="620238"/>
                  </a:lnTo>
                  <a:lnTo>
                    <a:pt x="1830747" y="620238"/>
                  </a:lnTo>
                  <a:cubicBezTo>
                    <a:pt x="1833160" y="620238"/>
                    <a:pt x="1835573" y="620238"/>
                    <a:pt x="1837986" y="620238"/>
                  </a:cubicBezTo>
                  <a:cubicBezTo>
                    <a:pt x="1842050" y="620238"/>
                    <a:pt x="1845987" y="620238"/>
                    <a:pt x="1849797" y="620238"/>
                  </a:cubicBezTo>
                  <a:cubicBezTo>
                    <a:pt x="1853607" y="620238"/>
                    <a:pt x="1858941" y="619984"/>
                    <a:pt x="1863259" y="619603"/>
                  </a:cubicBezTo>
                  <a:cubicBezTo>
                    <a:pt x="1865037" y="619349"/>
                    <a:pt x="1866815" y="618968"/>
                    <a:pt x="1868593" y="618714"/>
                  </a:cubicBezTo>
                  <a:cubicBezTo>
                    <a:pt x="1873038" y="619095"/>
                    <a:pt x="1877483" y="619349"/>
                    <a:pt x="1879896" y="618587"/>
                  </a:cubicBezTo>
                  <a:lnTo>
                    <a:pt x="1881039" y="617063"/>
                  </a:lnTo>
                  <a:cubicBezTo>
                    <a:pt x="1881039" y="617063"/>
                    <a:pt x="1898184" y="614523"/>
                    <a:pt x="1912916" y="605633"/>
                  </a:cubicBezTo>
                  <a:cubicBezTo>
                    <a:pt x="1913551" y="605379"/>
                    <a:pt x="1915075" y="604490"/>
                    <a:pt x="1920155" y="601061"/>
                  </a:cubicBezTo>
                  <a:cubicBezTo>
                    <a:pt x="1929807" y="593441"/>
                    <a:pt x="1939967" y="580995"/>
                    <a:pt x="1947460" y="569184"/>
                  </a:cubicBezTo>
                  <a:lnTo>
                    <a:pt x="1947460" y="569438"/>
                  </a:lnTo>
                  <a:cubicBezTo>
                    <a:pt x="1954445" y="558389"/>
                    <a:pt x="1957874" y="548229"/>
                    <a:pt x="1959906" y="538450"/>
                  </a:cubicBezTo>
                  <a:cubicBezTo>
                    <a:pt x="1959906" y="538450"/>
                    <a:pt x="1959906" y="538450"/>
                    <a:pt x="1960033" y="538323"/>
                  </a:cubicBezTo>
                  <a:cubicBezTo>
                    <a:pt x="1960668" y="536672"/>
                    <a:pt x="1961684" y="528798"/>
                    <a:pt x="1961684" y="528798"/>
                  </a:cubicBezTo>
                  <a:cubicBezTo>
                    <a:pt x="1962319" y="523591"/>
                    <a:pt x="1963970" y="508605"/>
                    <a:pt x="1963462" y="479014"/>
                  </a:cubicBezTo>
                  <a:close/>
                </a:path>
              </a:pathLst>
            </a:custGeom>
            <a:solidFill>
              <a:srgbClr val="FDD336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12943291" y="1458092"/>
            <a:ext cx="2129943" cy="2190429"/>
            <a:chOff x="0" y="0"/>
            <a:chExt cx="2839924" cy="2920572"/>
          </a:xfrm>
        </p:grpSpPr>
        <p:sp>
          <p:nvSpPr>
            <p:cNvPr id="68" name="Freeform 68"/>
            <p:cNvSpPr/>
            <p:nvPr/>
          </p:nvSpPr>
          <p:spPr>
            <a:xfrm rot="5400000">
              <a:off x="109610" y="192257"/>
              <a:ext cx="2620705" cy="2236191"/>
            </a:xfrm>
            <a:custGeom>
              <a:avLst/>
              <a:gdLst/>
              <a:ahLst/>
              <a:cxnLst/>
              <a:rect l="l" t="t" r="r" b="b"/>
              <a:pathLst>
                <a:path w="2620705" h="2236191">
                  <a:moveTo>
                    <a:pt x="0" y="0"/>
                  </a:moveTo>
                  <a:lnTo>
                    <a:pt x="2620704" y="0"/>
                  </a:lnTo>
                  <a:lnTo>
                    <a:pt x="2620704" y="2236191"/>
                  </a:lnTo>
                  <a:lnTo>
                    <a:pt x="0" y="2236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r="-13632"/>
              </a:stretch>
            </a:blipFill>
          </p:spPr>
        </p:sp>
        <p:grpSp>
          <p:nvGrpSpPr>
            <p:cNvPr id="69" name="Group 69"/>
            <p:cNvGrpSpPr/>
            <p:nvPr/>
          </p:nvGrpSpPr>
          <p:grpSpPr>
            <a:xfrm>
              <a:off x="0" y="2485022"/>
              <a:ext cx="2839924" cy="435550"/>
              <a:chOff x="0" y="0"/>
              <a:chExt cx="560973" cy="86035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0" y="0"/>
                <a:ext cx="560973" cy="86035"/>
              </a:xfrm>
              <a:custGeom>
                <a:avLst/>
                <a:gdLst/>
                <a:ahLst/>
                <a:cxnLst/>
                <a:rect l="l" t="t" r="r" b="b"/>
                <a:pathLst>
                  <a:path w="560973" h="86035">
                    <a:moveTo>
                      <a:pt x="18174" y="0"/>
                    </a:moveTo>
                    <a:lnTo>
                      <a:pt x="542799" y="0"/>
                    </a:lnTo>
                    <a:cubicBezTo>
                      <a:pt x="552836" y="0"/>
                      <a:pt x="560973" y="8137"/>
                      <a:pt x="560973" y="18174"/>
                    </a:cubicBezTo>
                    <a:lnTo>
                      <a:pt x="560973" y="67861"/>
                    </a:lnTo>
                    <a:cubicBezTo>
                      <a:pt x="560973" y="77898"/>
                      <a:pt x="552836" y="86035"/>
                      <a:pt x="542799" y="86035"/>
                    </a:cubicBezTo>
                    <a:lnTo>
                      <a:pt x="18174" y="86035"/>
                    </a:lnTo>
                    <a:cubicBezTo>
                      <a:pt x="8137" y="86035"/>
                      <a:pt x="0" y="77898"/>
                      <a:pt x="0" y="67861"/>
                    </a:cubicBezTo>
                    <a:lnTo>
                      <a:pt x="0" y="18174"/>
                    </a:lnTo>
                    <a:cubicBezTo>
                      <a:pt x="0" y="8137"/>
                      <a:pt x="8137" y="0"/>
                      <a:pt x="18174" y="0"/>
                    </a:cubicBezTo>
                    <a:close/>
                  </a:path>
                </a:pathLst>
              </a:custGeom>
              <a:solidFill>
                <a:srgbClr val="B25C2C"/>
              </a:soli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0" y="-19050"/>
                <a:ext cx="560973" cy="1050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60"/>
                  </a:lnSpc>
                </a:pPr>
                <a:endParaRPr/>
              </a:p>
            </p:txBody>
          </p:sp>
        </p:grpSp>
      </p:grpSp>
      <p:grpSp>
        <p:nvGrpSpPr>
          <p:cNvPr id="72" name="Group 72"/>
          <p:cNvGrpSpPr/>
          <p:nvPr/>
        </p:nvGrpSpPr>
        <p:grpSpPr>
          <a:xfrm>
            <a:off x="12943291" y="4025618"/>
            <a:ext cx="2129943" cy="2190429"/>
            <a:chOff x="0" y="0"/>
            <a:chExt cx="2839924" cy="2920572"/>
          </a:xfrm>
        </p:grpSpPr>
        <p:sp>
          <p:nvSpPr>
            <p:cNvPr id="73" name="Freeform 73"/>
            <p:cNvSpPr/>
            <p:nvPr/>
          </p:nvSpPr>
          <p:spPr>
            <a:xfrm rot="5400000">
              <a:off x="109610" y="192257"/>
              <a:ext cx="2620705" cy="2236191"/>
            </a:xfrm>
            <a:custGeom>
              <a:avLst/>
              <a:gdLst/>
              <a:ahLst/>
              <a:cxnLst/>
              <a:rect l="l" t="t" r="r" b="b"/>
              <a:pathLst>
                <a:path w="2620705" h="2236191">
                  <a:moveTo>
                    <a:pt x="0" y="0"/>
                  </a:moveTo>
                  <a:lnTo>
                    <a:pt x="2620704" y="0"/>
                  </a:lnTo>
                  <a:lnTo>
                    <a:pt x="2620704" y="2236191"/>
                  </a:lnTo>
                  <a:lnTo>
                    <a:pt x="0" y="2236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r="-13632"/>
              </a:stretch>
            </a:blipFill>
          </p:spPr>
        </p:sp>
        <p:grpSp>
          <p:nvGrpSpPr>
            <p:cNvPr id="74" name="Group 74"/>
            <p:cNvGrpSpPr/>
            <p:nvPr/>
          </p:nvGrpSpPr>
          <p:grpSpPr>
            <a:xfrm>
              <a:off x="0" y="2485022"/>
              <a:ext cx="2839924" cy="435550"/>
              <a:chOff x="0" y="0"/>
              <a:chExt cx="560973" cy="86035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0" y="0"/>
                <a:ext cx="560973" cy="86035"/>
              </a:xfrm>
              <a:custGeom>
                <a:avLst/>
                <a:gdLst/>
                <a:ahLst/>
                <a:cxnLst/>
                <a:rect l="l" t="t" r="r" b="b"/>
                <a:pathLst>
                  <a:path w="560973" h="86035">
                    <a:moveTo>
                      <a:pt x="18174" y="0"/>
                    </a:moveTo>
                    <a:lnTo>
                      <a:pt x="542799" y="0"/>
                    </a:lnTo>
                    <a:cubicBezTo>
                      <a:pt x="552836" y="0"/>
                      <a:pt x="560973" y="8137"/>
                      <a:pt x="560973" y="18174"/>
                    </a:cubicBezTo>
                    <a:lnTo>
                      <a:pt x="560973" y="67861"/>
                    </a:lnTo>
                    <a:cubicBezTo>
                      <a:pt x="560973" y="77898"/>
                      <a:pt x="552836" y="86035"/>
                      <a:pt x="542799" y="86035"/>
                    </a:cubicBezTo>
                    <a:lnTo>
                      <a:pt x="18174" y="86035"/>
                    </a:lnTo>
                    <a:cubicBezTo>
                      <a:pt x="8137" y="86035"/>
                      <a:pt x="0" y="77898"/>
                      <a:pt x="0" y="67861"/>
                    </a:cubicBezTo>
                    <a:lnTo>
                      <a:pt x="0" y="18174"/>
                    </a:lnTo>
                    <a:cubicBezTo>
                      <a:pt x="0" y="8137"/>
                      <a:pt x="8137" y="0"/>
                      <a:pt x="18174" y="0"/>
                    </a:cubicBezTo>
                    <a:close/>
                  </a:path>
                </a:pathLst>
              </a:custGeom>
              <a:solidFill>
                <a:srgbClr val="B25C2C"/>
              </a:solidFill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0" y="-19050"/>
                <a:ext cx="560973" cy="1050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60"/>
                  </a:lnSpc>
                </a:pPr>
                <a:endParaRPr/>
              </a:p>
            </p:txBody>
          </p:sp>
        </p:grpSp>
      </p:grpSp>
      <p:grpSp>
        <p:nvGrpSpPr>
          <p:cNvPr id="77" name="Group 77"/>
          <p:cNvGrpSpPr/>
          <p:nvPr/>
        </p:nvGrpSpPr>
        <p:grpSpPr>
          <a:xfrm>
            <a:off x="12943291" y="6593143"/>
            <a:ext cx="2129943" cy="2190429"/>
            <a:chOff x="0" y="0"/>
            <a:chExt cx="2839924" cy="2920572"/>
          </a:xfrm>
        </p:grpSpPr>
        <p:sp>
          <p:nvSpPr>
            <p:cNvPr id="78" name="Freeform 78"/>
            <p:cNvSpPr/>
            <p:nvPr/>
          </p:nvSpPr>
          <p:spPr>
            <a:xfrm rot="5400000">
              <a:off x="109610" y="192257"/>
              <a:ext cx="2620705" cy="2236191"/>
            </a:xfrm>
            <a:custGeom>
              <a:avLst/>
              <a:gdLst/>
              <a:ahLst/>
              <a:cxnLst/>
              <a:rect l="l" t="t" r="r" b="b"/>
              <a:pathLst>
                <a:path w="2620705" h="2236191">
                  <a:moveTo>
                    <a:pt x="0" y="0"/>
                  </a:moveTo>
                  <a:lnTo>
                    <a:pt x="2620704" y="0"/>
                  </a:lnTo>
                  <a:lnTo>
                    <a:pt x="2620704" y="2236191"/>
                  </a:lnTo>
                  <a:lnTo>
                    <a:pt x="0" y="2236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>
                <a:fillRect r="-13632"/>
              </a:stretch>
            </a:blipFill>
          </p:spPr>
        </p:sp>
        <p:grpSp>
          <p:nvGrpSpPr>
            <p:cNvPr id="79" name="Group 79"/>
            <p:cNvGrpSpPr/>
            <p:nvPr/>
          </p:nvGrpSpPr>
          <p:grpSpPr>
            <a:xfrm>
              <a:off x="0" y="2485022"/>
              <a:ext cx="2839924" cy="435550"/>
              <a:chOff x="0" y="0"/>
              <a:chExt cx="560973" cy="86035"/>
            </a:xfrm>
          </p:grpSpPr>
          <p:sp>
            <p:nvSpPr>
              <p:cNvPr id="80" name="Freeform 80"/>
              <p:cNvSpPr/>
              <p:nvPr/>
            </p:nvSpPr>
            <p:spPr>
              <a:xfrm>
                <a:off x="0" y="0"/>
                <a:ext cx="560973" cy="86035"/>
              </a:xfrm>
              <a:custGeom>
                <a:avLst/>
                <a:gdLst/>
                <a:ahLst/>
                <a:cxnLst/>
                <a:rect l="l" t="t" r="r" b="b"/>
                <a:pathLst>
                  <a:path w="560973" h="86035">
                    <a:moveTo>
                      <a:pt x="18174" y="0"/>
                    </a:moveTo>
                    <a:lnTo>
                      <a:pt x="542799" y="0"/>
                    </a:lnTo>
                    <a:cubicBezTo>
                      <a:pt x="552836" y="0"/>
                      <a:pt x="560973" y="8137"/>
                      <a:pt x="560973" y="18174"/>
                    </a:cubicBezTo>
                    <a:lnTo>
                      <a:pt x="560973" y="67861"/>
                    </a:lnTo>
                    <a:cubicBezTo>
                      <a:pt x="560973" y="77898"/>
                      <a:pt x="552836" y="86035"/>
                      <a:pt x="542799" y="86035"/>
                    </a:cubicBezTo>
                    <a:lnTo>
                      <a:pt x="18174" y="86035"/>
                    </a:lnTo>
                    <a:cubicBezTo>
                      <a:pt x="8137" y="86035"/>
                      <a:pt x="0" y="77898"/>
                      <a:pt x="0" y="67861"/>
                    </a:cubicBezTo>
                    <a:lnTo>
                      <a:pt x="0" y="18174"/>
                    </a:lnTo>
                    <a:cubicBezTo>
                      <a:pt x="0" y="8137"/>
                      <a:pt x="8137" y="0"/>
                      <a:pt x="18174" y="0"/>
                    </a:cubicBezTo>
                    <a:close/>
                  </a:path>
                </a:pathLst>
              </a:custGeom>
              <a:solidFill>
                <a:srgbClr val="B25C2C"/>
              </a:solidFill>
            </p:spPr>
          </p:sp>
          <p:sp>
            <p:nvSpPr>
              <p:cNvPr id="81" name="TextBox 81"/>
              <p:cNvSpPr txBox="1"/>
              <p:nvPr/>
            </p:nvSpPr>
            <p:spPr>
              <a:xfrm>
                <a:off x="0" y="-19050"/>
                <a:ext cx="560973" cy="10508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060"/>
                  </a:lnSpc>
                </a:pPr>
                <a:endParaRPr/>
              </a:p>
            </p:txBody>
          </p:sp>
        </p:grpSp>
      </p:grpSp>
      <p:sp>
        <p:nvSpPr>
          <p:cNvPr id="82" name="TextBox 82"/>
          <p:cNvSpPr txBox="1"/>
          <p:nvPr/>
        </p:nvSpPr>
        <p:spPr>
          <a:xfrm>
            <a:off x="758274" y="600256"/>
            <a:ext cx="16230600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452"/>
              </a:lnSpc>
              <a:spcBef>
                <a:spcPct val="0"/>
              </a:spcBef>
            </a:pPr>
            <a:r>
              <a:rPr lang="en-US" sz="4543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c1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1535780" y="2896455"/>
            <a:ext cx="16630469" cy="5642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400"/>
              </a:lnSpc>
              <a:spcBef>
                <a:spcPct val="0"/>
              </a:spcBef>
            </a:pPr>
            <a:r>
              <a:rPr lang="en-US" sz="40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c2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2495973" y="5895532"/>
            <a:ext cx="8896572" cy="6563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52"/>
              </a:lnSpc>
              <a:spcBef>
                <a:spcPct val="0"/>
              </a:spcBef>
            </a:pPr>
            <a:r>
              <a:rPr lang="en-US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c3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11</Words>
  <Application>Microsoft Office PowerPoint</Application>
  <PresentationFormat>Custom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Times New Roman</vt:lpstr>
      <vt:lpstr>Calibri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Template3</dc:title>
  <cp:lastModifiedBy>TRAN LUAN</cp:lastModifiedBy>
  <cp:revision>4</cp:revision>
  <dcterms:created xsi:type="dcterms:W3CDTF">2006-08-16T00:00:00Z</dcterms:created>
  <dcterms:modified xsi:type="dcterms:W3CDTF">2025-11-17T22:47:18Z</dcterms:modified>
  <dc:identifier>DAG4-sUkXP8</dc:identifier>
</cp:coreProperties>
</file>