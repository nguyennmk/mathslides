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lacial Indifference" panose="020B0604020202020204" charset="0"/>
      <p:regular r:id="rId12"/>
    </p:embeddedFont>
    <p:embeddedFont>
      <p:font typeface="Glacial Indifference Bold" panose="020B0604020202020204" charset="0"/>
      <p:regular r:id="rId13"/>
    </p:embeddedFont>
    <p:embeddedFont>
      <p:font typeface="League Spartan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54" y="3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05067" y="3135477"/>
            <a:ext cx="4129503" cy="2803795"/>
          </a:xfrm>
          <a:custGeom>
            <a:avLst/>
            <a:gdLst/>
            <a:ahLst/>
            <a:cxnLst/>
            <a:rect l="l" t="t" r="r" b="b"/>
            <a:pathLst>
              <a:path w="4129503" h="2803795">
                <a:moveTo>
                  <a:pt x="0" y="0"/>
                </a:moveTo>
                <a:lnTo>
                  <a:pt x="4129503" y="0"/>
                </a:lnTo>
                <a:lnTo>
                  <a:pt x="4129503" y="2803794"/>
                </a:lnTo>
                <a:lnTo>
                  <a:pt x="0" y="280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43711" t="-11166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34570" y="2989429"/>
            <a:ext cx="5934570" cy="2945141"/>
          </a:xfrm>
          <a:custGeom>
            <a:avLst/>
            <a:gdLst/>
            <a:ahLst/>
            <a:cxnLst/>
            <a:rect l="l" t="t" r="r" b="b"/>
            <a:pathLst>
              <a:path w="5934570" h="2945141">
                <a:moveTo>
                  <a:pt x="0" y="0"/>
                </a:moveTo>
                <a:lnTo>
                  <a:pt x="5934570" y="0"/>
                </a:lnTo>
                <a:lnTo>
                  <a:pt x="5934570" y="2945141"/>
                </a:lnTo>
                <a:lnTo>
                  <a:pt x="0" y="29451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1503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51191" y="3025941"/>
            <a:ext cx="5252448" cy="2908629"/>
          </a:xfrm>
          <a:custGeom>
            <a:avLst/>
            <a:gdLst/>
            <a:ahLst/>
            <a:cxnLst/>
            <a:rect l="l" t="t" r="r" b="b"/>
            <a:pathLst>
              <a:path w="5252448" h="2908629">
                <a:moveTo>
                  <a:pt x="0" y="0"/>
                </a:moveTo>
                <a:lnTo>
                  <a:pt x="5252448" y="0"/>
                </a:lnTo>
                <a:lnTo>
                  <a:pt x="5252448" y="2908629"/>
                </a:lnTo>
                <a:lnTo>
                  <a:pt x="0" y="290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04033" r="-1298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5995" y="5943973"/>
            <a:ext cx="4339601" cy="1865053"/>
          </a:xfrm>
          <a:custGeom>
            <a:avLst/>
            <a:gdLst/>
            <a:ahLst/>
            <a:cxnLst/>
            <a:rect l="l" t="t" r="r" b="b"/>
            <a:pathLst>
              <a:path w="4339601" h="1865053">
                <a:moveTo>
                  <a:pt x="0" y="0"/>
                </a:moveTo>
                <a:lnTo>
                  <a:pt x="4339600" y="0"/>
                </a:lnTo>
                <a:lnTo>
                  <a:pt x="4339600" y="1865053"/>
                </a:lnTo>
                <a:lnTo>
                  <a:pt x="0" y="18650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6753" b="-21819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25595" y="5939271"/>
            <a:ext cx="5934570" cy="1760218"/>
          </a:xfrm>
          <a:custGeom>
            <a:avLst/>
            <a:gdLst/>
            <a:ahLst/>
            <a:cxnLst/>
            <a:rect l="l" t="t" r="r" b="b"/>
            <a:pathLst>
              <a:path w="5934570" h="1760218">
                <a:moveTo>
                  <a:pt x="0" y="0"/>
                </a:moveTo>
                <a:lnTo>
                  <a:pt x="5934570" y="0"/>
                </a:lnTo>
                <a:lnTo>
                  <a:pt x="5934570" y="1760219"/>
                </a:lnTo>
                <a:lnTo>
                  <a:pt x="0" y="17602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237149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42216" y="5939271"/>
            <a:ext cx="5297935" cy="1796730"/>
          </a:xfrm>
          <a:custGeom>
            <a:avLst/>
            <a:gdLst/>
            <a:ahLst/>
            <a:cxnLst/>
            <a:rect l="l" t="t" r="r" b="b"/>
            <a:pathLst>
              <a:path w="5297935" h="1796730">
                <a:moveTo>
                  <a:pt x="0" y="0"/>
                </a:moveTo>
                <a:lnTo>
                  <a:pt x="5297935" y="0"/>
                </a:lnTo>
                <a:lnTo>
                  <a:pt x="5297935" y="1796731"/>
                </a:lnTo>
                <a:lnTo>
                  <a:pt x="0" y="1796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2016" b="-230298"/>
            </a:stretch>
          </a:blipFill>
        </p:spPr>
      </p:sp>
      <p:sp>
        <p:nvSpPr>
          <p:cNvPr id="8" name="Freeform 8"/>
          <p:cNvSpPr/>
          <p:nvPr/>
        </p:nvSpPr>
        <p:spPr>
          <a:xfrm rot="1526778" flipH="1" flipV="1">
            <a:off x="-359214" y="-2159952"/>
            <a:ext cx="5104405" cy="5269064"/>
          </a:xfrm>
          <a:custGeom>
            <a:avLst/>
            <a:gdLst/>
            <a:ahLst/>
            <a:cxnLst/>
            <a:rect l="l" t="t" r="r" b="b"/>
            <a:pathLst>
              <a:path w="5104405" h="5269064">
                <a:moveTo>
                  <a:pt x="5104405" y="5269063"/>
                </a:moveTo>
                <a:lnTo>
                  <a:pt x="0" y="5269063"/>
                </a:lnTo>
                <a:lnTo>
                  <a:pt x="0" y="0"/>
                </a:lnTo>
                <a:lnTo>
                  <a:pt x="5104405" y="0"/>
                </a:lnTo>
                <a:lnTo>
                  <a:pt x="5104405" y="526906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49775" y="-2057400"/>
            <a:ext cx="4042791" cy="4114800"/>
          </a:xfrm>
          <a:custGeom>
            <a:avLst/>
            <a:gdLst/>
            <a:ahLst/>
            <a:cxnLst/>
            <a:rect l="l" t="t" r="r" b="b"/>
            <a:pathLst>
              <a:path w="4042791" h="4114800">
                <a:moveTo>
                  <a:pt x="0" y="0"/>
                </a:moveTo>
                <a:lnTo>
                  <a:pt x="4042791" y="0"/>
                </a:lnTo>
                <a:lnTo>
                  <a:pt x="404279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981831" y="106112"/>
            <a:ext cx="3091592" cy="2929283"/>
          </a:xfrm>
          <a:custGeom>
            <a:avLst/>
            <a:gdLst/>
            <a:ahLst/>
            <a:cxnLst/>
            <a:rect l="l" t="t" r="r" b="b"/>
            <a:pathLst>
              <a:path w="3091592" h="2929283">
                <a:moveTo>
                  <a:pt x="0" y="0"/>
                </a:moveTo>
                <a:lnTo>
                  <a:pt x="3091592" y="0"/>
                </a:lnTo>
                <a:lnTo>
                  <a:pt x="3091592" y="2929283"/>
                </a:lnTo>
                <a:lnTo>
                  <a:pt x="0" y="2929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629564" y="-977995"/>
            <a:ext cx="1663214" cy="1965393"/>
          </a:xfrm>
          <a:custGeom>
            <a:avLst/>
            <a:gdLst/>
            <a:ahLst/>
            <a:cxnLst/>
            <a:rect l="l" t="t" r="r" b="b"/>
            <a:pathLst>
              <a:path w="1663214" h="1965393">
                <a:moveTo>
                  <a:pt x="0" y="0"/>
                </a:moveTo>
                <a:lnTo>
                  <a:pt x="1663214" y="0"/>
                </a:lnTo>
                <a:lnTo>
                  <a:pt x="1663214" y="1965393"/>
                </a:lnTo>
                <a:lnTo>
                  <a:pt x="0" y="19653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tpl_TopicName"/>
          <p:cNvSpPr txBox="1"/>
          <p:nvPr/>
        </p:nvSpPr>
        <p:spPr>
          <a:xfrm>
            <a:off x="2192988" y="4097655"/>
            <a:ext cx="13902023" cy="142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25"/>
              </a:lnSpc>
            </a:pPr>
            <a:r>
              <a:rPr lang="en-US" sz="10325" b="1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(Topic)</a:t>
            </a:r>
          </a:p>
        </p:txBody>
      </p:sp>
      <p:sp>
        <p:nvSpPr>
          <p:cNvPr id="14" name="tpl_ClassName"/>
          <p:cNvSpPr txBox="1"/>
          <p:nvPr/>
        </p:nvSpPr>
        <p:spPr>
          <a:xfrm>
            <a:off x="3984760" y="5636312"/>
            <a:ext cx="10318480" cy="700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spc="84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(Class)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818475" y="5127740"/>
            <a:ext cx="3469525" cy="5143500"/>
          </a:xfrm>
          <a:custGeom>
            <a:avLst/>
            <a:gdLst/>
            <a:ahLst/>
            <a:cxnLst/>
            <a:rect l="l" t="t" r="r" b="b"/>
            <a:pathLst>
              <a:path w="3469525" h="5143500">
                <a:moveTo>
                  <a:pt x="0" y="0"/>
                </a:moveTo>
                <a:lnTo>
                  <a:pt x="3469525" y="0"/>
                </a:lnTo>
                <a:lnTo>
                  <a:pt x="346952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84492" y="2338480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69" y="0"/>
                </a:lnTo>
                <a:lnTo>
                  <a:pt x="5934569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20760" y="3086100"/>
            <a:ext cx="4262034" cy="4114800"/>
          </a:xfrm>
          <a:custGeom>
            <a:avLst/>
            <a:gdLst/>
            <a:ahLst/>
            <a:cxnLst/>
            <a:rect l="l" t="t" r="r" b="b"/>
            <a:pathLst>
              <a:path w="4262034" h="4114800">
                <a:moveTo>
                  <a:pt x="0" y="0"/>
                </a:moveTo>
                <a:lnTo>
                  <a:pt x="4262033" y="0"/>
                </a:lnTo>
                <a:lnTo>
                  <a:pt x="42620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pl_GradeName"/>
          <p:cNvSpPr txBox="1"/>
          <p:nvPr/>
        </p:nvSpPr>
        <p:spPr>
          <a:xfrm>
            <a:off x="1028700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5" name="tpl_StrandName"/>
          <p:cNvSpPr txBox="1"/>
          <p:nvPr/>
        </p:nvSpPr>
        <p:spPr>
          <a:xfrm>
            <a:off x="13042888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(STRANDS)</a:t>
            </a:r>
          </a:p>
        </p:txBody>
      </p:sp>
      <p:sp>
        <p:nvSpPr>
          <p:cNvPr id="7" name="tpl_Objectives"/>
          <p:cNvSpPr txBox="1"/>
          <p:nvPr/>
        </p:nvSpPr>
        <p:spPr>
          <a:xfrm>
            <a:off x="1028700" y="6285379"/>
            <a:ext cx="6161738" cy="35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42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Objectives (Topics)</a:t>
            </a:r>
          </a:p>
        </p:txBody>
      </p:sp>
      <p:sp>
        <p:nvSpPr>
          <p:cNvPr id="8" name="tpl_ContentTitle"/>
          <p:cNvSpPr txBox="1"/>
          <p:nvPr/>
        </p:nvSpPr>
        <p:spPr>
          <a:xfrm>
            <a:off x="1028700" y="4015159"/>
            <a:ext cx="7730040" cy="92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(Content)</a:t>
            </a:r>
          </a:p>
        </p:txBody>
      </p:sp>
      <p:sp>
        <p:nvSpPr>
          <p:cNvPr id="9" name="tpl_Source"/>
          <p:cNvSpPr txBox="1"/>
          <p:nvPr/>
        </p:nvSpPr>
        <p:spPr>
          <a:xfrm>
            <a:off x="1028700" y="9713790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SOURCE (TOPICS)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69147" y="-360345"/>
            <a:ext cx="11901603" cy="10990371"/>
          </a:xfrm>
          <a:prstGeom prst="rect">
            <a:avLst/>
          </a:prstGeom>
          <a:solidFill>
            <a:srgbClr val="F46E16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4" name="Freeform 4"/>
          <p:cNvSpPr/>
          <p:nvPr/>
        </p:nvSpPr>
        <p:spPr>
          <a:xfrm>
            <a:off x="-57150" y="-1058027"/>
            <a:ext cx="6892972" cy="6892972"/>
          </a:xfrm>
          <a:custGeom>
            <a:avLst/>
            <a:gdLst/>
            <a:ahLst/>
            <a:cxnLst/>
            <a:rect l="l" t="t" r="r" b="b"/>
            <a:pathLst>
              <a:path w="9190629" h="9190629">
                <a:moveTo>
                  <a:pt x="0" y="0"/>
                </a:moveTo>
                <a:lnTo>
                  <a:pt x="9190629" y="0"/>
                </a:lnTo>
                <a:lnTo>
                  <a:pt x="9190629" y="9190629"/>
                </a:lnTo>
                <a:lnTo>
                  <a:pt x="0" y="919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7150" y="5815895"/>
            <a:ext cx="6892972" cy="6892972"/>
          </a:xfrm>
          <a:custGeom>
            <a:avLst/>
            <a:gdLst/>
            <a:ahLst/>
            <a:cxnLst/>
            <a:rect l="l" t="t" r="r" b="b"/>
            <a:pathLst>
              <a:path w="9190629" h="9190629">
                <a:moveTo>
                  <a:pt x="0" y="0"/>
                </a:moveTo>
                <a:lnTo>
                  <a:pt x="9190629" y="0"/>
                </a:lnTo>
                <a:lnTo>
                  <a:pt x="9190629" y="9190629"/>
                </a:lnTo>
                <a:lnTo>
                  <a:pt x="0" y="91906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438417" y="8114769"/>
            <a:ext cx="3621038" cy="3621038"/>
          </a:xfrm>
          <a:custGeom>
            <a:avLst/>
            <a:gdLst/>
            <a:ahLst/>
            <a:cxnLst/>
            <a:rect l="l" t="t" r="r" b="b"/>
            <a:pathLst>
              <a:path w="1708150" h="1708150">
                <a:moveTo>
                  <a:pt x="853440" y="1708150"/>
                </a:moveTo>
                <a:cubicBezTo>
                  <a:pt x="383540" y="1708150"/>
                  <a:pt x="0" y="1324610"/>
                  <a:pt x="0" y="853440"/>
                </a:cubicBezTo>
                <a:cubicBezTo>
                  <a:pt x="0" y="383540"/>
                  <a:pt x="383540" y="0"/>
                  <a:pt x="853440" y="0"/>
                </a:cubicBezTo>
                <a:cubicBezTo>
                  <a:pt x="1324610" y="0"/>
                  <a:pt x="1706880" y="383540"/>
                  <a:pt x="1706880" y="853440"/>
                </a:cubicBezTo>
                <a:cubicBezTo>
                  <a:pt x="1708150" y="1324610"/>
                  <a:pt x="1324610" y="1708150"/>
                  <a:pt x="853440" y="1708150"/>
                </a:cubicBezTo>
                <a:close/>
                <a:moveTo>
                  <a:pt x="853440" y="469900"/>
                </a:moveTo>
                <a:cubicBezTo>
                  <a:pt x="642620" y="469900"/>
                  <a:pt x="469900" y="642620"/>
                  <a:pt x="469900" y="853440"/>
                </a:cubicBezTo>
                <a:cubicBezTo>
                  <a:pt x="469900" y="1064260"/>
                  <a:pt x="642620" y="1236980"/>
                  <a:pt x="853440" y="1236980"/>
                </a:cubicBezTo>
                <a:cubicBezTo>
                  <a:pt x="1064260" y="1236980"/>
                  <a:pt x="1236980" y="1064260"/>
                  <a:pt x="1236980" y="853440"/>
                </a:cubicBezTo>
                <a:cubicBezTo>
                  <a:pt x="1236980" y="642620"/>
                  <a:pt x="1065530" y="469900"/>
                  <a:pt x="853440" y="46990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8" name="Freeform 8"/>
          <p:cNvSpPr/>
          <p:nvPr/>
        </p:nvSpPr>
        <p:spPr>
          <a:xfrm>
            <a:off x="1566469" y="565730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pl_ContentSummary"/>
          <p:cNvSpPr txBox="1"/>
          <p:nvPr/>
        </p:nvSpPr>
        <p:spPr>
          <a:xfrm>
            <a:off x="8302556" y="2788535"/>
            <a:ext cx="854903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6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Summary (Content)</a:t>
            </a:r>
          </a:p>
        </p:txBody>
      </p:sp>
      <p:sp>
        <p:nvSpPr>
          <p:cNvPr id="11" name="tpl_ContentSummary"/>
          <p:cNvSpPr txBox="1"/>
          <p:nvPr/>
        </p:nvSpPr>
        <p:spPr>
          <a:xfrm>
            <a:off x="8302556" y="2312810"/>
            <a:ext cx="8549035" cy="3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sz="2525" b="1" dirty="0">
                <a:solidFill>
                  <a:srgbClr val="F5F5E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Summary (Content)</a:t>
            </a:r>
          </a:p>
        </p:txBody>
      </p:sp>
      <p:sp>
        <p:nvSpPr>
          <p:cNvPr id="13" name="tpl_ContentSummary"/>
          <p:cNvSpPr txBox="1"/>
          <p:nvPr/>
        </p:nvSpPr>
        <p:spPr>
          <a:xfrm>
            <a:off x="8302556" y="5184830"/>
            <a:ext cx="854903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6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Summary (Content)</a:t>
            </a:r>
          </a:p>
        </p:txBody>
      </p:sp>
      <p:sp>
        <p:nvSpPr>
          <p:cNvPr id="14" name="tpl_ContentSummary"/>
          <p:cNvSpPr txBox="1"/>
          <p:nvPr/>
        </p:nvSpPr>
        <p:spPr>
          <a:xfrm>
            <a:off x="8302556" y="4709105"/>
            <a:ext cx="8549035" cy="3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sz="2525" b="1" dirty="0">
                <a:solidFill>
                  <a:srgbClr val="F5F5E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Summary (Content)</a:t>
            </a:r>
          </a:p>
        </p:txBody>
      </p:sp>
      <p:sp>
        <p:nvSpPr>
          <p:cNvPr id="16" name="tpl_ContentSummary"/>
          <p:cNvSpPr txBox="1"/>
          <p:nvPr/>
        </p:nvSpPr>
        <p:spPr>
          <a:xfrm>
            <a:off x="8302556" y="7705194"/>
            <a:ext cx="8549035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36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Summary (Content)</a:t>
            </a:r>
          </a:p>
        </p:txBody>
      </p:sp>
      <p:sp>
        <p:nvSpPr>
          <p:cNvPr id="17" name="tpl_ContentSummary"/>
          <p:cNvSpPr txBox="1"/>
          <p:nvPr/>
        </p:nvSpPr>
        <p:spPr>
          <a:xfrm>
            <a:off x="8302556" y="7229469"/>
            <a:ext cx="8549035" cy="3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5"/>
              </a:lnSpc>
            </a:pPr>
            <a:r>
              <a:rPr lang="en-US" sz="2525" b="1" dirty="0">
                <a:solidFill>
                  <a:srgbClr val="F5F5E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Summary (Content)</a:t>
            </a:r>
          </a:p>
        </p:txBody>
      </p:sp>
      <p:sp>
        <p:nvSpPr>
          <p:cNvPr id="18" name="Title (Content)"/>
          <p:cNvSpPr txBox="1"/>
          <p:nvPr/>
        </p:nvSpPr>
        <p:spPr>
          <a:xfrm>
            <a:off x="1028700" y="4942895"/>
            <a:ext cx="4350190" cy="179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(Content)</a:t>
            </a:r>
          </a:p>
        </p:txBody>
      </p:sp>
      <p:sp>
        <p:nvSpPr>
          <p:cNvPr id="19" name="tpl_GradeName"/>
          <p:cNvSpPr txBox="1"/>
          <p:nvPr/>
        </p:nvSpPr>
        <p:spPr>
          <a:xfrm>
            <a:off x="1028700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20" name="tpl_StrandName"/>
          <p:cNvSpPr txBox="1"/>
          <p:nvPr/>
        </p:nvSpPr>
        <p:spPr>
          <a:xfrm>
            <a:off x="13042888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</a:t>
            </a:r>
            <a:r>
              <a:rPr lang="en-US" sz="1400" u="none" spc="210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STRANDS)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6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383136">
            <a:off x="8331588" y="6502718"/>
            <a:ext cx="1624824" cy="258364"/>
            <a:chOff x="0" y="0"/>
            <a:chExt cx="3594100" cy="571500"/>
          </a:xfrm>
        </p:grpSpPr>
        <p:sp>
          <p:nvSpPr>
            <p:cNvPr id="3" name="Freeform 3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F5F5EF"/>
            </a:solidFill>
          </p:spPr>
        </p:sp>
      </p:grpSp>
      <p:sp>
        <p:nvSpPr>
          <p:cNvPr id="4" name="tpl_ContentFormulas"/>
          <p:cNvSpPr txBox="1"/>
          <p:nvPr/>
        </p:nvSpPr>
        <p:spPr>
          <a:xfrm>
            <a:off x="2095555" y="5809339"/>
            <a:ext cx="6161738" cy="1108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42" dirty="0" err="1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FormulaText</a:t>
            </a:r>
            <a:r>
              <a:rPr lang="en-US" sz="2100" spc="42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+ Explanation (Formulas)</a:t>
            </a:r>
          </a:p>
          <a:p>
            <a:pPr algn="l">
              <a:lnSpc>
                <a:spcPts val="2940"/>
              </a:lnSpc>
            </a:pPr>
            <a:endParaRPr lang="en-US" sz="2100" spc="42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2940"/>
              </a:lnSpc>
            </a:pPr>
            <a:endParaRPr lang="en-US" sz="2100" spc="42" dirty="0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tpl_ContentExamples"/>
          <p:cNvSpPr txBox="1"/>
          <p:nvPr/>
        </p:nvSpPr>
        <p:spPr>
          <a:xfrm>
            <a:off x="10030708" y="5809339"/>
            <a:ext cx="6161738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spc="42" dirty="0" err="1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ExampleText</a:t>
            </a:r>
            <a:r>
              <a:rPr lang="en-US" sz="2100" spc="42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(Examples)</a:t>
            </a:r>
          </a:p>
        </p:txBody>
      </p:sp>
      <p:sp>
        <p:nvSpPr>
          <p:cNvPr id="7" name="tpl_ContentTitle"/>
          <p:cNvSpPr txBox="1"/>
          <p:nvPr/>
        </p:nvSpPr>
        <p:spPr>
          <a:xfrm>
            <a:off x="1962389" y="1351935"/>
            <a:ext cx="14096891" cy="92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F5F5E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(Content)</a:t>
            </a:r>
          </a:p>
        </p:txBody>
      </p:sp>
      <p:sp>
        <p:nvSpPr>
          <p:cNvPr id="8" name="tpl_ContentMedia"/>
          <p:cNvSpPr txBox="1"/>
          <p:nvPr/>
        </p:nvSpPr>
        <p:spPr>
          <a:xfrm>
            <a:off x="1962389" y="2470601"/>
            <a:ext cx="14096891" cy="50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sz="3200" dirty="0" err="1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Url</a:t>
            </a:r>
            <a:r>
              <a:rPr lang="en-US" sz="3200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+ Description (Media)</a:t>
            </a:r>
          </a:p>
        </p:txBody>
      </p:sp>
      <p:sp>
        <p:nvSpPr>
          <p:cNvPr id="9" name="tpl_GradeName"/>
          <p:cNvSpPr txBox="1"/>
          <p:nvPr/>
        </p:nvSpPr>
        <p:spPr>
          <a:xfrm>
            <a:off x="1028700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F5F5E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10" name="tpl_StrandName"/>
          <p:cNvSpPr txBox="1"/>
          <p:nvPr/>
        </p:nvSpPr>
        <p:spPr>
          <a:xfrm>
            <a:off x="13042888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(STRANDS)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57200" y="-903980"/>
            <a:ext cx="9601200" cy="11544300"/>
          </a:xfrm>
          <a:custGeom>
            <a:avLst/>
            <a:gdLst/>
            <a:ahLst/>
            <a:cxnLst/>
            <a:rect l="l" t="t" r="r" b="b"/>
            <a:pathLst>
              <a:path w="9601200" h="11544300">
                <a:moveTo>
                  <a:pt x="0" y="0"/>
                </a:moveTo>
                <a:lnTo>
                  <a:pt x="9601200" y="0"/>
                </a:lnTo>
                <a:lnTo>
                  <a:pt x="9601200" y="11544300"/>
                </a:lnTo>
                <a:lnTo>
                  <a:pt x="0" y="115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5381" t="-2505" b="-1008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091270" y="2492770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775495" y="2395438"/>
            <a:ext cx="3165421" cy="6031902"/>
          </a:xfrm>
          <a:custGeom>
            <a:avLst/>
            <a:gdLst/>
            <a:ahLst/>
            <a:cxnLst/>
            <a:rect l="l" t="t" r="r" b="b"/>
            <a:pathLst>
              <a:path w="1623702" h="3094062">
                <a:moveTo>
                  <a:pt x="0" y="0"/>
                </a:moveTo>
                <a:lnTo>
                  <a:pt x="1623702" y="0"/>
                </a:lnTo>
                <a:lnTo>
                  <a:pt x="1623702" y="3094062"/>
                </a:lnTo>
                <a:lnTo>
                  <a:pt x="0" y="309406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6" name="tpl_ContentTitle"/>
          <p:cNvSpPr txBox="1"/>
          <p:nvPr/>
        </p:nvSpPr>
        <p:spPr>
          <a:xfrm>
            <a:off x="758580" y="1387105"/>
            <a:ext cx="6161738" cy="179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 dirty="0">
                <a:solidFill>
                  <a:srgbClr val="F5F5E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(Content)</a:t>
            </a:r>
          </a:p>
          <a:p>
            <a:pPr algn="l">
              <a:lnSpc>
                <a:spcPts val="7039"/>
              </a:lnSpc>
            </a:pPr>
            <a:endParaRPr lang="en-US" sz="6399" b="1" dirty="0">
              <a:solidFill>
                <a:srgbClr val="F5F5E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7" name="tpl_GradeName"/>
          <p:cNvSpPr txBox="1"/>
          <p:nvPr/>
        </p:nvSpPr>
        <p:spPr>
          <a:xfrm>
            <a:off x="601009" y="354784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F5F5E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8" name="tpl_StrandName"/>
          <p:cNvSpPr txBox="1"/>
          <p:nvPr/>
        </p:nvSpPr>
        <p:spPr>
          <a:xfrm>
            <a:off x="13583129" y="354784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</a:t>
            </a:r>
            <a:r>
              <a:rPr lang="en-US" sz="1400" u="none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STRANDS)</a:t>
            </a:r>
          </a:p>
        </p:txBody>
      </p:sp>
      <p:sp>
        <p:nvSpPr>
          <p:cNvPr id="9" name="tpl_ContentFormulas"/>
          <p:cNvSpPr txBox="1"/>
          <p:nvPr/>
        </p:nvSpPr>
        <p:spPr>
          <a:xfrm>
            <a:off x="11091270" y="1387105"/>
            <a:ext cx="6274288" cy="268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39"/>
              </a:lnSpc>
            </a:pPr>
            <a:r>
              <a:rPr lang="en-US" sz="6399" b="1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FormulaText</a:t>
            </a:r>
            <a:r>
              <a:rPr lang="en-US" sz="6399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(Formulas)</a:t>
            </a:r>
          </a:p>
          <a:p>
            <a:pPr algn="l">
              <a:lnSpc>
                <a:spcPts val="7039"/>
              </a:lnSpc>
            </a:pPr>
            <a:endParaRPr lang="en-US" sz="6399" b="1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0" name="tpl_ContentFormulaExplanations"/>
          <p:cNvSpPr txBox="1"/>
          <p:nvPr/>
        </p:nvSpPr>
        <p:spPr>
          <a:xfrm>
            <a:off x="11092252" y="5557336"/>
            <a:ext cx="4981754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spc="479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EXPLANATION (FORMULAS)</a:t>
            </a:r>
          </a:p>
        </p:txBody>
      </p:sp>
      <p:sp>
        <p:nvSpPr>
          <p:cNvPr id="11" name="tpl_ContentExamples"/>
          <p:cNvSpPr txBox="1"/>
          <p:nvPr/>
        </p:nvSpPr>
        <p:spPr>
          <a:xfrm>
            <a:off x="1348571" y="2783431"/>
            <a:ext cx="4981754" cy="110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spc="479" dirty="0" err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EXAMPLETEXT</a:t>
            </a:r>
            <a:r>
              <a:rPr lang="en-US" sz="3199" b="1" spc="479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(EXAMPLE)</a:t>
            </a:r>
          </a:p>
        </p:txBody>
      </p:sp>
      <p:sp>
        <p:nvSpPr>
          <p:cNvPr id="12" name="tpl_ContentMedia"/>
          <p:cNvSpPr txBox="1"/>
          <p:nvPr/>
        </p:nvSpPr>
        <p:spPr>
          <a:xfrm>
            <a:off x="1348571" y="5794606"/>
            <a:ext cx="4981754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spc="479" dirty="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URL (MEDIA)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86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pl_ContentTitle"/>
          <p:cNvSpPr txBox="1"/>
          <p:nvPr/>
        </p:nvSpPr>
        <p:spPr>
          <a:xfrm>
            <a:off x="2865521" y="4350699"/>
            <a:ext cx="12556958" cy="92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F5F5E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(Content)</a:t>
            </a:r>
          </a:p>
        </p:txBody>
      </p:sp>
      <p:sp>
        <p:nvSpPr>
          <p:cNvPr id="4" name="tpl_ContentSummary"/>
          <p:cNvSpPr txBox="1"/>
          <p:nvPr/>
        </p:nvSpPr>
        <p:spPr>
          <a:xfrm>
            <a:off x="2865521" y="5474497"/>
            <a:ext cx="12556958" cy="504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60"/>
              </a:lnSpc>
            </a:pPr>
            <a:r>
              <a:rPr lang="en-US" sz="3200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</a:t>
            </a:r>
            <a:r>
              <a:rPr lang="en-US" sz="3200" u="none" dirty="0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mmary (Content)</a:t>
            </a:r>
          </a:p>
        </p:txBody>
      </p:sp>
      <p:sp>
        <p:nvSpPr>
          <p:cNvPr id="5" name="Freeform 5"/>
          <p:cNvSpPr/>
          <p:nvPr/>
        </p:nvSpPr>
        <p:spPr>
          <a:xfrm>
            <a:off x="15107475" y="5729552"/>
            <a:ext cx="4303650" cy="4605073"/>
          </a:xfrm>
          <a:custGeom>
            <a:avLst/>
            <a:gdLst/>
            <a:ahLst/>
            <a:cxnLst/>
            <a:rect l="l" t="t" r="r" b="b"/>
            <a:pathLst>
              <a:path w="4303650" h="4605073">
                <a:moveTo>
                  <a:pt x="0" y="0"/>
                </a:moveTo>
                <a:lnTo>
                  <a:pt x="4303650" y="0"/>
                </a:lnTo>
                <a:lnTo>
                  <a:pt x="4303650" y="4605073"/>
                </a:lnTo>
                <a:lnTo>
                  <a:pt x="0" y="4605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pl_GradeName"/>
          <p:cNvSpPr txBox="1"/>
          <p:nvPr/>
        </p:nvSpPr>
        <p:spPr>
          <a:xfrm>
            <a:off x="1028700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FFC0C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7" name="tpl_StrandName"/>
          <p:cNvSpPr txBox="1"/>
          <p:nvPr/>
        </p:nvSpPr>
        <p:spPr>
          <a:xfrm>
            <a:off x="13042888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FFC0C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</a:t>
            </a:r>
            <a:r>
              <a:rPr lang="en-US" sz="1400" u="none" spc="210" dirty="0">
                <a:solidFill>
                  <a:srgbClr val="FFC0C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STRANDS)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702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70" y="0"/>
                </a:lnTo>
                <a:lnTo>
                  <a:pt x="5934570" y="5934569"/>
                </a:lnTo>
                <a:lnTo>
                  <a:pt x="0" y="59345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34570" y="0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51191" y="0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69" y="0"/>
                </a:lnTo>
                <a:lnTo>
                  <a:pt x="5934569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85760" y="0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pl_ContentExamples"/>
          <p:cNvSpPr txBox="1"/>
          <p:nvPr/>
        </p:nvSpPr>
        <p:spPr>
          <a:xfrm>
            <a:off x="1876561" y="6241540"/>
            <a:ext cx="14534877" cy="179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 err="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ExampleText</a:t>
            </a:r>
            <a:endParaRPr lang="en-US" sz="6399" b="1" dirty="0">
              <a:solidFill>
                <a:srgbClr val="20202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(Examples)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13769" y="5132195"/>
            <a:ext cx="4060462" cy="340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25" b="1">
                <a:solidFill>
                  <a:srgbClr val="F5F5E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Concept and Definition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2594" y="5122670"/>
            <a:ext cx="4060462" cy="349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5"/>
              </a:lnSpc>
            </a:pPr>
            <a:r>
              <a:rPr lang="en-US" sz="2525" b="1">
                <a:solidFill>
                  <a:srgbClr val="F5F5E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Concept and Definition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79516" y="5723589"/>
            <a:ext cx="3606620" cy="3485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pc="36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Take the discussion further by talking about the lesson's key concepts and its corresponding definitions. </a:t>
            </a:r>
          </a:p>
          <a:p>
            <a:pPr marL="0" lvl="1" indent="0" algn="ctr">
              <a:lnSpc>
                <a:spcPts val="2520"/>
              </a:lnSpc>
              <a:spcBef>
                <a:spcPct val="0"/>
              </a:spcBef>
            </a:pPr>
            <a:endParaRPr lang="en-US" sz="1800" u="none" spc="36">
              <a:solidFill>
                <a:srgbClr val="F5F5E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0" lvl="1" indent="0" algn="ctr">
              <a:lnSpc>
                <a:spcPts val="2520"/>
              </a:lnSpc>
              <a:spcBef>
                <a:spcPct val="0"/>
              </a:spcBef>
            </a:pPr>
            <a:r>
              <a:rPr lang="en-US" sz="1800" u="none" spc="36">
                <a:solidFill>
                  <a:srgbClr val="F5F5E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Duplicate this page as many times as needed to give you more space for discussion. Pair the concepts and definitions with relevant images too for a more visualised presentation of the lesson.</a:t>
            </a:r>
          </a:p>
        </p:txBody>
      </p:sp>
      <p:sp>
        <p:nvSpPr>
          <p:cNvPr id="11" name="tpl_GradeName"/>
          <p:cNvSpPr txBox="1"/>
          <p:nvPr/>
        </p:nvSpPr>
        <p:spPr>
          <a:xfrm>
            <a:off x="1028700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12" name="tpl_StrandName"/>
          <p:cNvSpPr txBox="1"/>
          <p:nvPr/>
        </p:nvSpPr>
        <p:spPr>
          <a:xfrm>
            <a:off x="13042888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</a:t>
            </a:r>
            <a:r>
              <a:rPr lang="en-US" sz="1400" u="none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STRANDS)</a:t>
            </a:r>
          </a:p>
        </p:txBody>
      </p:sp>
      <p:sp>
        <p:nvSpPr>
          <p:cNvPr id="13" name="tpl_ContentMedia"/>
          <p:cNvSpPr txBox="1"/>
          <p:nvPr/>
        </p:nvSpPr>
        <p:spPr>
          <a:xfrm>
            <a:off x="6653123" y="999705"/>
            <a:ext cx="4981754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spc="479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URL (MEDIA)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911435" y="1294270"/>
            <a:ext cx="2952001" cy="2724330"/>
          </a:xfrm>
          <a:custGeom>
            <a:avLst/>
            <a:gdLst/>
            <a:ahLst/>
            <a:cxnLst/>
            <a:rect l="l" t="t" r="r" b="b"/>
            <a:pathLst>
              <a:path w="2952001" h="2724330">
                <a:moveTo>
                  <a:pt x="0" y="0"/>
                </a:moveTo>
                <a:lnTo>
                  <a:pt x="2952001" y="0"/>
                </a:lnTo>
                <a:lnTo>
                  <a:pt x="2952001" y="2724330"/>
                </a:lnTo>
                <a:lnTo>
                  <a:pt x="0" y="27243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98625" t="-47335" r="-2409" b="-70500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34570" y="1253616"/>
            <a:ext cx="5934570" cy="2718120"/>
          </a:xfrm>
          <a:custGeom>
            <a:avLst/>
            <a:gdLst/>
            <a:ahLst/>
            <a:cxnLst/>
            <a:rect l="l" t="t" r="r" b="b"/>
            <a:pathLst>
              <a:path w="5934570" h="2718120">
                <a:moveTo>
                  <a:pt x="0" y="0"/>
                </a:moveTo>
                <a:lnTo>
                  <a:pt x="5934570" y="0"/>
                </a:lnTo>
                <a:lnTo>
                  <a:pt x="5934570" y="2718120"/>
                </a:lnTo>
                <a:lnTo>
                  <a:pt x="0" y="2718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6120" b="-7221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851191" y="1206752"/>
            <a:ext cx="3572971" cy="2811849"/>
          </a:xfrm>
          <a:custGeom>
            <a:avLst/>
            <a:gdLst/>
            <a:ahLst/>
            <a:cxnLst/>
            <a:rect l="l" t="t" r="r" b="b"/>
            <a:pathLst>
              <a:path w="3572971" h="2811849">
                <a:moveTo>
                  <a:pt x="0" y="0"/>
                </a:moveTo>
                <a:lnTo>
                  <a:pt x="3572970" y="0"/>
                </a:lnTo>
                <a:lnTo>
                  <a:pt x="3572970" y="2811848"/>
                </a:lnTo>
                <a:lnTo>
                  <a:pt x="0" y="2811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42916" r="-66096" b="-6813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795285" y="5946324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00687" y="4077364"/>
            <a:ext cx="1324297" cy="1324297"/>
          </a:xfrm>
          <a:custGeom>
            <a:avLst/>
            <a:gdLst/>
            <a:ahLst/>
            <a:cxnLst/>
            <a:rect l="l" t="t" r="r" b="b"/>
            <a:pathLst>
              <a:path w="1913890" h="1913890">
                <a:moveTo>
                  <a:pt x="0" y="0"/>
                </a:moveTo>
                <a:lnTo>
                  <a:pt x="1913890" y="0"/>
                </a:lnTo>
                <a:lnTo>
                  <a:pt x="1913890" y="1913890"/>
                </a:lnTo>
                <a:lnTo>
                  <a:pt x="0" y="19138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</p:spPr>
      </p:sp>
      <p:sp>
        <p:nvSpPr>
          <p:cNvPr id="8" name="Freeform 8"/>
          <p:cNvSpPr/>
          <p:nvPr/>
        </p:nvSpPr>
        <p:spPr>
          <a:xfrm>
            <a:off x="804381" y="2612676"/>
            <a:ext cx="1005506" cy="881222"/>
          </a:xfrm>
          <a:custGeom>
            <a:avLst/>
            <a:gdLst/>
            <a:ahLst/>
            <a:cxnLst/>
            <a:rect l="l" t="t" r="r" b="b"/>
            <a:pathLst>
              <a:path w="1005506" h="881222">
                <a:moveTo>
                  <a:pt x="0" y="0"/>
                </a:moveTo>
                <a:lnTo>
                  <a:pt x="1005505" y="0"/>
                </a:lnTo>
                <a:lnTo>
                  <a:pt x="1005505" y="881222"/>
                </a:lnTo>
                <a:lnTo>
                  <a:pt x="0" y="8812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98683" b="-111920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478114" y="2196399"/>
            <a:ext cx="1038447" cy="958490"/>
          </a:xfrm>
          <a:custGeom>
            <a:avLst/>
            <a:gdLst/>
            <a:ahLst/>
            <a:cxnLst/>
            <a:rect l="l" t="t" r="r" b="b"/>
            <a:pathLst>
              <a:path w="1038447" h="958490">
                <a:moveTo>
                  <a:pt x="0" y="0"/>
                </a:moveTo>
                <a:lnTo>
                  <a:pt x="1038446" y="0"/>
                </a:lnTo>
                <a:lnTo>
                  <a:pt x="1038446" y="958489"/>
                </a:lnTo>
                <a:lnTo>
                  <a:pt x="0" y="9584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899" r="-65172" b="-133102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35859" y="9108383"/>
            <a:ext cx="931991" cy="958490"/>
          </a:xfrm>
          <a:custGeom>
            <a:avLst/>
            <a:gdLst/>
            <a:ahLst/>
            <a:cxnLst/>
            <a:rect l="l" t="t" r="r" b="b"/>
            <a:pathLst>
              <a:path w="931991" h="958490">
                <a:moveTo>
                  <a:pt x="0" y="0"/>
                </a:moveTo>
                <a:lnTo>
                  <a:pt x="931991" y="0"/>
                </a:lnTo>
                <a:lnTo>
                  <a:pt x="931991" y="958490"/>
                </a:lnTo>
                <a:lnTo>
                  <a:pt x="0" y="9584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64316"/>
            </a:stretch>
          </a:blipFill>
        </p:spPr>
      </p:sp>
      <p:sp>
        <p:nvSpPr>
          <p:cNvPr id="11" name="tpl_ContentExamples"/>
          <p:cNvSpPr txBox="1"/>
          <p:nvPr/>
        </p:nvSpPr>
        <p:spPr>
          <a:xfrm>
            <a:off x="1876561" y="2244933"/>
            <a:ext cx="14534877" cy="2681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 err="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ExampleText</a:t>
            </a:r>
            <a:endParaRPr lang="en-US" sz="6399" b="1" dirty="0">
              <a:solidFill>
                <a:srgbClr val="20202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(Examples) [</a:t>
            </a:r>
            <a:r>
              <a:rPr lang="en-US" sz="6399" b="1" dirty="0" err="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Để</a:t>
            </a: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6399" b="1" dirty="0" err="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kết</a:t>
            </a: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6399" b="1" dirty="0" err="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quả</a:t>
            </a: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sz="6399" b="1" dirty="0" err="1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của</a:t>
            </a: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Example]</a:t>
            </a:r>
          </a:p>
        </p:txBody>
      </p:sp>
      <p:sp>
        <p:nvSpPr>
          <p:cNvPr id="12" name="tpl_GradeName"/>
          <p:cNvSpPr txBox="1"/>
          <p:nvPr/>
        </p:nvSpPr>
        <p:spPr>
          <a:xfrm>
            <a:off x="1028700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 dirty="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13" name="tpl_StrandName"/>
          <p:cNvSpPr txBox="1"/>
          <p:nvPr/>
        </p:nvSpPr>
        <p:spPr>
          <a:xfrm>
            <a:off x="13042888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</a:t>
            </a:r>
            <a:r>
              <a:rPr lang="en-US" sz="1400" u="none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STRANDS)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804260" y="7052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795285" y="5946324"/>
            <a:ext cx="5934570" cy="5934570"/>
          </a:xfrm>
          <a:custGeom>
            <a:avLst/>
            <a:gdLst/>
            <a:ahLst/>
            <a:cxnLst/>
            <a:rect l="l" t="t" r="r" b="b"/>
            <a:pathLst>
              <a:path w="5934570" h="5934570">
                <a:moveTo>
                  <a:pt x="0" y="0"/>
                </a:moveTo>
                <a:lnTo>
                  <a:pt x="5934570" y="0"/>
                </a:lnTo>
                <a:lnTo>
                  <a:pt x="5934570" y="5934570"/>
                </a:lnTo>
                <a:lnTo>
                  <a:pt x="0" y="5934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7440722"/>
            <a:ext cx="7315200" cy="2846278"/>
          </a:xfrm>
          <a:custGeom>
            <a:avLst/>
            <a:gdLst/>
            <a:ahLst/>
            <a:cxnLst/>
            <a:rect l="l" t="t" r="r" b="b"/>
            <a:pathLst>
              <a:path w="7315200" h="2846278">
                <a:moveTo>
                  <a:pt x="0" y="0"/>
                </a:moveTo>
                <a:lnTo>
                  <a:pt x="7315200" y="0"/>
                </a:lnTo>
                <a:lnTo>
                  <a:pt x="7315200" y="2846278"/>
                </a:lnTo>
                <a:lnTo>
                  <a:pt x="0" y="28462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174077" y="2636259"/>
            <a:ext cx="1760492" cy="2860829"/>
          </a:xfrm>
          <a:custGeom>
            <a:avLst/>
            <a:gdLst/>
            <a:ahLst/>
            <a:cxnLst/>
            <a:rect l="l" t="t" r="r" b="b"/>
            <a:pathLst>
              <a:path w="1760492" h="2860829">
                <a:moveTo>
                  <a:pt x="0" y="0"/>
                </a:moveTo>
                <a:lnTo>
                  <a:pt x="1760493" y="0"/>
                </a:lnTo>
                <a:lnTo>
                  <a:pt x="1760493" y="2860830"/>
                </a:lnTo>
                <a:lnTo>
                  <a:pt x="0" y="2860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37097" t="-91985" b="-1545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919877" y="2544949"/>
            <a:ext cx="5888684" cy="2992859"/>
          </a:xfrm>
          <a:custGeom>
            <a:avLst/>
            <a:gdLst/>
            <a:ahLst/>
            <a:cxnLst/>
            <a:rect l="l" t="t" r="r" b="b"/>
            <a:pathLst>
              <a:path w="5888684" h="2992859">
                <a:moveTo>
                  <a:pt x="0" y="0"/>
                </a:moveTo>
                <a:lnTo>
                  <a:pt x="5888684" y="0"/>
                </a:lnTo>
                <a:lnTo>
                  <a:pt x="5888684" y="2992859"/>
                </a:lnTo>
                <a:lnTo>
                  <a:pt x="0" y="29928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5034" r="-1028" b="-1374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51191" y="2596053"/>
            <a:ext cx="1828442" cy="2894450"/>
          </a:xfrm>
          <a:custGeom>
            <a:avLst/>
            <a:gdLst/>
            <a:ahLst/>
            <a:cxnLst/>
            <a:rect l="l" t="t" r="r" b="b"/>
            <a:pathLst>
              <a:path w="1828442" h="2894450">
                <a:moveTo>
                  <a:pt x="0" y="0"/>
                </a:moveTo>
                <a:lnTo>
                  <a:pt x="1828442" y="0"/>
                </a:lnTo>
                <a:lnTo>
                  <a:pt x="1828442" y="2894450"/>
                </a:lnTo>
                <a:lnTo>
                  <a:pt x="0" y="2894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89690" r="-224569" b="-15342"/>
            </a:stretch>
          </a:blipFill>
        </p:spPr>
      </p:sp>
      <p:sp>
        <p:nvSpPr>
          <p:cNvPr id="9" name="tpl_ContentSummary"/>
          <p:cNvSpPr txBox="1"/>
          <p:nvPr/>
        </p:nvSpPr>
        <p:spPr>
          <a:xfrm>
            <a:off x="3673969" y="6035884"/>
            <a:ext cx="10940062" cy="35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42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Summary (Content)</a:t>
            </a:r>
          </a:p>
        </p:txBody>
      </p:sp>
      <p:sp>
        <p:nvSpPr>
          <p:cNvPr id="10" name="tpl_FirstContentTitle"/>
          <p:cNvSpPr txBox="1"/>
          <p:nvPr/>
        </p:nvSpPr>
        <p:spPr>
          <a:xfrm>
            <a:off x="3673969" y="3970585"/>
            <a:ext cx="10940062" cy="92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2020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(Content)</a:t>
            </a:r>
          </a:p>
        </p:txBody>
      </p:sp>
      <p:sp>
        <p:nvSpPr>
          <p:cNvPr id="11" name="tpl_GradeName"/>
          <p:cNvSpPr txBox="1"/>
          <p:nvPr/>
        </p:nvSpPr>
        <p:spPr>
          <a:xfrm>
            <a:off x="1028700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1" spc="210">
                <a:solidFill>
                  <a:srgbClr val="20202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NAME (GRADE)</a:t>
            </a:r>
          </a:p>
        </p:txBody>
      </p:sp>
      <p:sp>
        <p:nvSpPr>
          <p:cNvPr id="12" name="tpl_StrandName"/>
          <p:cNvSpPr txBox="1"/>
          <p:nvPr/>
        </p:nvSpPr>
        <p:spPr>
          <a:xfrm>
            <a:off x="13042888" y="827495"/>
            <a:ext cx="4216412" cy="238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1960"/>
              </a:lnSpc>
              <a:spcBef>
                <a:spcPct val="0"/>
              </a:spcBef>
            </a:pPr>
            <a:r>
              <a:rPr lang="en-US" sz="1400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NAME (</a:t>
            </a:r>
            <a:r>
              <a:rPr lang="en-US" sz="1400" u="none" spc="210" dirty="0">
                <a:solidFill>
                  <a:srgbClr val="20202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STRANDS)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B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16200000">
            <a:off x="-1551466" y="4729412"/>
            <a:ext cx="6047473" cy="6980537"/>
          </a:xfrm>
          <a:custGeom>
            <a:avLst/>
            <a:gdLst/>
            <a:ahLst/>
            <a:cxnLst/>
            <a:rect l="l" t="t" r="r" b="b"/>
            <a:pathLst>
              <a:path w="8063297" h="9307382">
                <a:moveTo>
                  <a:pt x="0" y="0"/>
                </a:moveTo>
                <a:lnTo>
                  <a:pt x="8063298" y="0"/>
                </a:lnTo>
                <a:lnTo>
                  <a:pt x="8063298" y="9307383"/>
                </a:lnTo>
                <a:lnTo>
                  <a:pt x="0" y="9307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56" b="-1063"/>
            </a:stretch>
          </a:blipFill>
        </p:spPr>
      </p:sp>
      <p:sp>
        <p:nvSpPr>
          <p:cNvPr id="4" name="Freeform 4"/>
          <p:cNvSpPr/>
          <p:nvPr/>
        </p:nvSpPr>
        <p:spPr>
          <a:xfrm rot="16200000">
            <a:off x="-1067207" y="-878372"/>
            <a:ext cx="5244653" cy="6963296"/>
          </a:xfrm>
          <a:custGeom>
            <a:avLst/>
            <a:gdLst/>
            <a:ahLst/>
            <a:cxnLst/>
            <a:rect l="l" t="t" r="r" b="b"/>
            <a:pathLst>
              <a:path w="6992870" h="9284395">
                <a:moveTo>
                  <a:pt x="0" y="0"/>
                </a:moveTo>
                <a:lnTo>
                  <a:pt x="6992870" y="0"/>
                </a:lnTo>
                <a:lnTo>
                  <a:pt x="6992870" y="9284396"/>
                </a:lnTo>
                <a:lnTo>
                  <a:pt x="0" y="9284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13" r="-34513"/>
            </a:stretch>
          </a:blipFill>
        </p:spPr>
      </p:sp>
      <p:sp>
        <p:nvSpPr>
          <p:cNvPr id="5" name="Freeform 5"/>
          <p:cNvSpPr/>
          <p:nvPr/>
        </p:nvSpPr>
        <p:spPr>
          <a:xfrm rot="16200000">
            <a:off x="5424341" y="4729412"/>
            <a:ext cx="6047473" cy="6980537"/>
          </a:xfrm>
          <a:custGeom>
            <a:avLst/>
            <a:gdLst/>
            <a:ahLst/>
            <a:cxnLst/>
            <a:rect l="l" t="t" r="r" b="b"/>
            <a:pathLst>
              <a:path w="8063297" h="9307382">
                <a:moveTo>
                  <a:pt x="0" y="0"/>
                </a:moveTo>
                <a:lnTo>
                  <a:pt x="8063298" y="0"/>
                </a:lnTo>
                <a:lnTo>
                  <a:pt x="8063298" y="9307383"/>
                </a:lnTo>
                <a:lnTo>
                  <a:pt x="0" y="9307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56" b="-1063"/>
            </a:stretch>
          </a:blipFill>
        </p:spPr>
      </p:sp>
      <p:sp>
        <p:nvSpPr>
          <p:cNvPr id="6" name="Freeform 6"/>
          <p:cNvSpPr/>
          <p:nvPr/>
        </p:nvSpPr>
        <p:spPr>
          <a:xfrm rot="16200000">
            <a:off x="5908599" y="-878372"/>
            <a:ext cx="5244653" cy="6963296"/>
          </a:xfrm>
          <a:custGeom>
            <a:avLst/>
            <a:gdLst/>
            <a:ahLst/>
            <a:cxnLst/>
            <a:rect l="l" t="t" r="r" b="b"/>
            <a:pathLst>
              <a:path w="6992870" h="9284395">
                <a:moveTo>
                  <a:pt x="0" y="0"/>
                </a:moveTo>
                <a:lnTo>
                  <a:pt x="6992871" y="0"/>
                </a:lnTo>
                <a:lnTo>
                  <a:pt x="6992871" y="9284396"/>
                </a:lnTo>
                <a:lnTo>
                  <a:pt x="0" y="9284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13" r="-34513"/>
            </a:stretch>
          </a:blipFill>
        </p:spPr>
      </p:sp>
      <p:sp>
        <p:nvSpPr>
          <p:cNvPr id="7" name="Freeform 7"/>
          <p:cNvSpPr/>
          <p:nvPr/>
        </p:nvSpPr>
        <p:spPr>
          <a:xfrm rot="16200000">
            <a:off x="12382023" y="4729412"/>
            <a:ext cx="6047473" cy="6980537"/>
          </a:xfrm>
          <a:custGeom>
            <a:avLst/>
            <a:gdLst/>
            <a:ahLst/>
            <a:cxnLst/>
            <a:rect l="l" t="t" r="r" b="b"/>
            <a:pathLst>
              <a:path w="8063297" h="9307382">
                <a:moveTo>
                  <a:pt x="0" y="0"/>
                </a:moveTo>
                <a:lnTo>
                  <a:pt x="8063298" y="0"/>
                </a:lnTo>
                <a:lnTo>
                  <a:pt x="8063298" y="9307383"/>
                </a:lnTo>
                <a:lnTo>
                  <a:pt x="0" y="9307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6656" b="-1063"/>
            </a:stretch>
          </a:blipFill>
        </p:spPr>
      </p:sp>
      <p:sp>
        <p:nvSpPr>
          <p:cNvPr id="8" name="Freeform 8"/>
          <p:cNvSpPr/>
          <p:nvPr/>
        </p:nvSpPr>
        <p:spPr>
          <a:xfrm rot="16200000">
            <a:off x="12866282" y="-878372"/>
            <a:ext cx="5244653" cy="6963296"/>
          </a:xfrm>
          <a:custGeom>
            <a:avLst/>
            <a:gdLst/>
            <a:ahLst/>
            <a:cxnLst/>
            <a:rect l="l" t="t" r="r" b="b"/>
            <a:pathLst>
              <a:path w="6992870" h="9284395">
                <a:moveTo>
                  <a:pt x="0" y="0"/>
                </a:moveTo>
                <a:lnTo>
                  <a:pt x="6992870" y="0"/>
                </a:lnTo>
                <a:lnTo>
                  <a:pt x="6992870" y="9284396"/>
                </a:lnTo>
                <a:lnTo>
                  <a:pt x="0" y="9284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13" r="-3451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166478" y="517236"/>
            <a:ext cx="13955044" cy="9416734"/>
          </a:xfrm>
          <a:custGeom>
            <a:avLst/>
            <a:gdLst/>
            <a:ahLst/>
            <a:cxnLst/>
            <a:rect l="l" t="t" r="r" b="b"/>
            <a:pathLst>
              <a:path w="5238584" h="3534948">
                <a:moveTo>
                  <a:pt x="0" y="0"/>
                </a:moveTo>
                <a:lnTo>
                  <a:pt x="5238584" y="0"/>
                </a:lnTo>
                <a:lnTo>
                  <a:pt x="5238584" y="3534948"/>
                </a:lnTo>
                <a:lnTo>
                  <a:pt x="0" y="3534948"/>
                </a:lnTo>
                <a:close/>
              </a:path>
            </a:pathLst>
          </a:custGeom>
          <a:solidFill>
            <a:srgbClr val="F5F5EF"/>
          </a:solidFill>
        </p:spPr>
      </p:sp>
      <p:sp>
        <p:nvSpPr>
          <p:cNvPr id="12" name="tpl_ContentTitle"/>
          <p:cNvSpPr txBox="1"/>
          <p:nvPr/>
        </p:nvSpPr>
        <p:spPr>
          <a:xfrm>
            <a:off x="3179202" y="1447960"/>
            <a:ext cx="12021776" cy="92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6399" b="1" dirty="0">
                <a:solidFill>
                  <a:srgbClr val="DC3C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Title (Content)</a:t>
            </a:r>
          </a:p>
        </p:txBody>
      </p:sp>
      <p:sp>
        <p:nvSpPr>
          <p:cNvPr id="13" name="tpl_ContentFormulas"/>
          <p:cNvSpPr txBox="1"/>
          <p:nvPr/>
        </p:nvSpPr>
        <p:spPr>
          <a:xfrm>
            <a:off x="3179202" y="2630418"/>
            <a:ext cx="12021776" cy="353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42" dirty="0" err="1">
                <a:solidFill>
                  <a:srgbClr val="DC3C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FormulaText</a:t>
            </a:r>
            <a:r>
              <a:rPr lang="en-US" sz="2100" spc="42" dirty="0">
                <a:solidFill>
                  <a:srgbClr val="DC3C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(Formulas)</a:t>
            </a:r>
          </a:p>
        </p:txBody>
      </p:sp>
      <p:sp>
        <p:nvSpPr>
          <p:cNvPr id="14" name="tpl_ContentFormulaExplanations"/>
          <p:cNvSpPr txBox="1"/>
          <p:nvPr/>
        </p:nvSpPr>
        <p:spPr>
          <a:xfrm>
            <a:off x="2925351" y="8892540"/>
            <a:ext cx="12021776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42" dirty="0">
                <a:solidFill>
                  <a:srgbClr val="DC3C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Explanation (Formulas)</a:t>
            </a:r>
          </a:p>
        </p:txBody>
      </p:sp>
      <p:sp>
        <p:nvSpPr>
          <p:cNvPr id="15" name="tpl_ContentMedia"/>
          <p:cNvSpPr txBox="1"/>
          <p:nvPr/>
        </p:nvSpPr>
        <p:spPr>
          <a:xfrm>
            <a:off x="6653123" y="5076825"/>
            <a:ext cx="4981754" cy="547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 spc="479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URL (MEDIA)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259</Words>
  <Application>Microsoft Office PowerPoint</Application>
  <PresentationFormat>Custom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Glacial Indifference Bold</vt:lpstr>
      <vt:lpstr>League Spartan</vt:lpstr>
      <vt:lpstr>Calibri</vt:lpstr>
      <vt:lpstr>Arial</vt:lpstr>
      <vt:lpstr>Glacial Indifference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</dc:title>
  <cp:lastModifiedBy>Anh Nguyen</cp:lastModifiedBy>
  <cp:revision>14</cp:revision>
  <dcterms:created xsi:type="dcterms:W3CDTF">2006-08-16T00:00:00Z</dcterms:created>
  <dcterms:modified xsi:type="dcterms:W3CDTF">2025-11-15T08:52:08Z</dcterms:modified>
  <dc:identifier>DAG4TzsGFFw</dc:identifier>
</cp:coreProperties>
</file>