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9" r:id="rId4"/>
  </p:sldIdLst>
  <p:sldSz cx="18288000" cy="10287000"/>
  <p:notesSz cx="6858000" cy="9144000"/>
  <p:embeddedFontLst>
    <p:embeddedFont>
      <p:font typeface="Glacial Indifference" panose="020B0604020202020204" charset="0"/>
      <p:regular r:id="rId5"/>
    </p:embeddedFont>
    <p:embeddedFont>
      <p:font typeface="Glacial Indifference Bold" panose="020B0604020202020204" charset="0"/>
      <p:regular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5" Type="http://schemas.openxmlformats.org/officeDocument/2006/relationships/font" Target="fonts/font1.fntdata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5067" y="3135477"/>
            <a:ext cx="4129503" cy="2803795"/>
          </a:xfrm>
          <a:custGeom>
            <a:avLst/>
            <a:gdLst/>
            <a:ahLst/>
            <a:cxnLst/>
            <a:rect l="l" t="t" r="r" b="b"/>
            <a:pathLst>
              <a:path w="4129503" h="2803795">
                <a:moveTo>
                  <a:pt x="0" y="0"/>
                </a:moveTo>
                <a:lnTo>
                  <a:pt x="4129503" y="0"/>
                </a:lnTo>
                <a:lnTo>
                  <a:pt x="4129503" y="2803794"/>
                </a:lnTo>
                <a:lnTo>
                  <a:pt x="0" y="28037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3711" t="-111662"/>
            </a:stretch>
          </a:blipFill>
        </p:spPr>
      </p:sp>
      <p:sp>
        <p:nvSpPr>
          <p:cNvPr id="3" name="Freeform 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934570" y="2989429"/>
            <a:ext cx="5934570" cy="2945141"/>
          </a:xfrm>
          <a:custGeom>
            <a:avLst/>
            <a:gdLst/>
            <a:ahLst/>
            <a:cxnLst/>
            <a:rect l="l" t="t" r="r" b="b"/>
            <a:pathLst>
              <a:path w="5934570" h="2945141">
                <a:moveTo>
                  <a:pt x="0" y="0"/>
                </a:moveTo>
                <a:lnTo>
                  <a:pt x="5934570" y="0"/>
                </a:lnTo>
                <a:lnTo>
                  <a:pt x="5934570" y="2945141"/>
                </a:lnTo>
                <a:lnTo>
                  <a:pt x="0" y="29451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01503"/>
            </a:stretch>
          </a:blipFill>
        </p:spPr>
      </p:sp>
      <p:sp>
        <p:nvSpPr>
          <p:cNvPr id="4" name="Freeform 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842216" y="3054501"/>
            <a:ext cx="5252448" cy="2908629"/>
          </a:xfrm>
          <a:custGeom>
            <a:avLst/>
            <a:gdLst/>
            <a:ahLst/>
            <a:cxnLst/>
            <a:rect l="l" t="t" r="r" b="b"/>
            <a:pathLst>
              <a:path w="5252448" h="2908629">
                <a:moveTo>
                  <a:pt x="0" y="0"/>
                </a:moveTo>
                <a:lnTo>
                  <a:pt x="5252448" y="0"/>
                </a:lnTo>
                <a:lnTo>
                  <a:pt x="5252448" y="2908629"/>
                </a:lnTo>
                <a:lnTo>
                  <a:pt x="0" y="29086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04033" r="-12986"/>
            </a:stretch>
          </a:blipFill>
        </p:spPr>
      </p:sp>
      <p:sp>
        <p:nvSpPr>
          <p:cNvPr id="5" name="Freeform 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77019" y="5927657"/>
            <a:ext cx="4339601" cy="1865053"/>
          </a:xfrm>
          <a:custGeom>
            <a:avLst/>
            <a:gdLst/>
            <a:ahLst/>
            <a:cxnLst/>
            <a:rect l="l" t="t" r="r" b="b"/>
            <a:pathLst>
              <a:path w="4339601" h="1865053">
                <a:moveTo>
                  <a:pt x="0" y="0"/>
                </a:moveTo>
                <a:lnTo>
                  <a:pt x="4339600" y="0"/>
                </a:lnTo>
                <a:lnTo>
                  <a:pt x="4339600" y="1865053"/>
                </a:lnTo>
                <a:lnTo>
                  <a:pt x="0" y="18650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6753" b="-21819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925595" y="5939271"/>
            <a:ext cx="5934570" cy="1760218"/>
          </a:xfrm>
          <a:custGeom>
            <a:avLst/>
            <a:gdLst/>
            <a:ahLst/>
            <a:cxnLst/>
            <a:rect l="l" t="t" r="r" b="b"/>
            <a:pathLst>
              <a:path w="5934570" h="1760218">
                <a:moveTo>
                  <a:pt x="0" y="0"/>
                </a:moveTo>
                <a:lnTo>
                  <a:pt x="5934570" y="0"/>
                </a:lnTo>
                <a:lnTo>
                  <a:pt x="5934570" y="1760219"/>
                </a:lnTo>
                <a:lnTo>
                  <a:pt x="0" y="17602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237149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Freeform 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842216" y="5939271"/>
            <a:ext cx="5297935" cy="1796730"/>
          </a:xfrm>
          <a:custGeom>
            <a:avLst/>
            <a:gdLst/>
            <a:ahLst/>
            <a:cxnLst/>
            <a:rect l="l" t="t" r="r" b="b"/>
            <a:pathLst>
              <a:path w="5297935" h="1796730">
                <a:moveTo>
                  <a:pt x="0" y="0"/>
                </a:moveTo>
                <a:lnTo>
                  <a:pt x="5297935" y="0"/>
                </a:lnTo>
                <a:lnTo>
                  <a:pt x="5297935" y="1796731"/>
                </a:lnTo>
                <a:lnTo>
                  <a:pt x="0" y="1796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12016" b="-230298"/>
            </a:stretch>
          </a:blipFill>
        </p:spPr>
      </p:sp>
      <p:sp>
        <p:nvSpPr>
          <p:cNvPr id="8" name="Freeform 8"/>
          <p:cNvSpPr>
            <a:spLocks noGrp="1" noRot="1" noMove="1" noResize="1" noEditPoints="1" noAdjustHandles="1" noChangeArrowheads="1" noChangeShapeType="1"/>
          </p:cNvSpPr>
          <p:nvPr/>
        </p:nvSpPr>
        <p:spPr>
          <a:xfrm rot="1526778" flipH="1" flipV="1">
            <a:off x="-359214" y="-2159952"/>
            <a:ext cx="5104405" cy="5269064"/>
          </a:xfrm>
          <a:custGeom>
            <a:avLst/>
            <a:gdLst/>
            <a:ahLst/>
            <a:cxnLst/>
            <a:rect l="l" t="t" r="r" b="b"/>
            <a:pathLst>
              <a:path w="5104405" h="5269064">
                <a:moveTo>
                  <a:pt x="5104405" y="5269063"/>
                </a:moveTo>
                <a:lnTo>
                  <a:pt x="0" y="5269063"/>
                </a:lnTo>
                <a:lnTo>
                  <a:pt x="0" y="0"/>
                </a:lnTo>
                <a:lnTo>
                  <a:pt x="5104405" y="0"/>
                </a:lnTo>
                <a:lnTo>
                  <a:pt x="5104405" y="526906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49775" y="-2057400"/>
            <a:ext cx="4042791" cy="4114800"/>
          </a:xfrm>
          <a:custGeom>
            <a:avLst/>
            <a:gdLst/>
            <a:ahLst/>
            <a:cxnLst/>
            <a:rect l="l" t="t" r="r" b="b"/>
            <a:pathLst>
              <a:path w="4042791" h="4114800">
                <a:moveTo>
                  <a:pt x="0" y="0"/>
                </a:moveTo>
                <a:lnTo>
                  <a:pt x="4042791" y="0"/>
                </a:lnTo>
                <a:lnTo>
                  <a:pt x="404279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81831" y="106112"/>
            <a:ext cx="3091592" cy="2929283"/>
          </a:xfrm>
          <a:custGeom>
            <a:avLst/>
            <a:gdLst/>
            <a:ahLst/>
            <a:cxnLst/>
            <a:rect l="l" t="t" r="r" b="b"/>
            <a:pathLst>
              <a:path w="3091592" h="2929283">
                <a:moveTo>
                  <a:pt x="0" y="0"/>
                </a:moveTo>
                <a:lnTo>
                  <a:pt x="3091592" y="0"/>
                </a:lnTo>
                <a:lnTo>
                  <a:pt x="3091592" y="2929283"/>
                </a:lnTo>
                <a:lnTo>
                  <a:pt x="0" y="29292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629564" y="-977995"/>
            <a:ext cx="1663214" cy="1965393"/>
          </a:xfrm>
          <a:custGeom>
            <a:avLst/>
            <a:gdLst/>
            <a:ahLst/>
            <a:cxnLst/>
            <a:rect l="l" t="t" r="r" b="b"/>
            <a:pathLst>
              <a:path w="1663214" h="1965393">
                <a:moveTo>
                  <a:pt x="0" y="0"/>
                </a:moveTo>
                <a:lnTo>
                  <a:pt x="1663214" y="0"/>
                </a:lnTo>
                <a:lnTo>
                  <a:pt x="1663214" y="1965393"/>
                </a:lnTo>
                <a:lnTo>
                  <a:pt x="0" y="196539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4" name="tpl_ClassName"/>
          <p:cNvSpPr txBox="1"/>
          <p:nvPr/>
        </p:nvSpPr>
        <p:spPr>
          <a:xfrm>
            <a:off x="2367900" y="4916549"/>
            <a:ext cx="3871675" cy="728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880"/>
              </a:lnSpc>
            </a:pPr>
            <a:r>
              <a:rPr lang="vi-VN" sz="4800" dirty="0"/>
              <a:t>a3</a:t>
            </a:r>
            <a:endParaRPr lang="en-US" sz="4800" spc="84" dirty="0">
              <a:solidFill>
                <a:srgbClr val="20202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15" name="Freeform 1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818475" y="5127740"/>
            <a:ext cx="3469525" cy="5143500"/>
          </a:xfrm>
          <a:custGeom>
            <a:avLst/>
            <a:gdLst/>
            <a:ahLst/>
            <a:cxnLst/>
            <a:rect l="l" t="t" r="r" b="b"/>
            <a:pathLst>
              <a:path w="3469525" h="5143500">
                <a:moveTo>
                  <a:pt x="0" y="0"/>
                </a:moveTo>
                <a:lnTo>
                  <a:pt x="3469525" y="0"/>
                </a:lnTo>
                <a:lnTo>
                  <a:pt x="3469525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6" name="tpl_Objectives">
            <a:extLst>
              <a:ext uri="{FF2B5EF4-FFF2-40B4-BE49-F238E27FC236}">
                <a16:creationId xmlns:a16="http://schemas.microsoft.com/office/drawing/2014/main" id="{43247C08-BD8D-17B2-7718-6E569E02686A}"/>
              </a:ext>
            </a:extLst>
          </p:cNvPr>
          <p:cNvSpPr txBox="1">
            <a:spLocks/>
          </p:cNvSpPr>
          <p:nvPr/>
        </p:nvSpPr>
        <p:spPr>
          <a:xfrm>
            <a:off x="2273268" y="4009244"/>
            <a:ext cx="572268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4400" dirty="0"/>
              <a:t>a2</a:t>
            </a:r>
            <a:endParaRPr lang="en-US" sz="4400" dirty="0"/>
          </a:p>
        </p:txBody>
      </p:sp>
      <p:sp>
        <p:nvSpPr>
          <p:cNvPr id="20" name="tpl_Source">
            <a:extLst>
              <a:ext uri="{FF2B5EF4-FFF2-40B4-BE49-F238E27FC236}">
                <a16:creationId xmlns:a16="http://schemas.microsoft.com/office/drawing/2014/main" id="{79D89A5F-B925-C92A-E7A0-336A7DB4BDDB}"/>
              </a:ext>
            </a:extLst>
          </p:cNvPr>
          <p:cNvSpPr txBox="1"/>
          <p:nvPr/>
        </p:nvSpPr>
        <p:spPr>
          <a:xfrm>
            <a:off x="6109497" y="6028202"/>
            <a:ext cx="62616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2800" dirty="0"/>
              <a:t>a4</a:t>
            </a:r>
            <a:endParaRPr 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512397-4DB9-F81A-2D2A-86569772309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70097" y="2761861"/>
            <a:ext cx="997930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8000" dirty="0"/>
              <a:t>a1</a:t>
            </a:r>
            <a:endParaRPr lang="en-US" sz="8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842749" y="5815895"/>
            <a:ext cx="11445251" cy="4105393"/>
          </a:xfrm>
          <a:prstGeom prst="rect">
            <a:avLst/>
          </a:prstGeom>
          <a:solidFill>
            <a:srgbClr val="F46E16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4" name="Freeform 4"/>
          <p:cNvSpPr/>
          <p:nvPr/>
        </p:nvSpPr>
        <p:spPr>
          <a:xfrm>
            <a:off x="-57150" y="-1058027"/>
            <a:ext cx="6892972" cy="6892972"/>
          </a:xfrm>
          <a:custGeom>
            <a:avLst/>
            <a:gdLst/>
            <a:ahLst/>
            <a:cxnLst/>
            <a:rect l="l" t="t" r="r" b="b"/>
            <a:pathLst>
              <a:path w="9190629" h="9190629">
                <a:moveTo>
                  <a:pt x="0" y="0"/>
                </a:moveTo>
                <a:lnTo>
                  <a:pt x="9190629" y="0"/>
                </a:lnTo>
                <a:lnTo>
                  <a:pt x="9190629" y="9190629"/>
                </a:lnTo>
                <a:lnTo>
                  <a:pt x="0" y="91906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57150" y="5815895"/>
            <a:ext cx="6892972" cy="4471105"/>
          </a:xfrm>
          <a:custGeom>
            <a:avLst/>
            <a:gdLst/>
            <a:ahLst/>
            <a:cxnLst/>
            <a:rect l="l" t="t" r="r" b="b"/>
            <a:pathLst>
              <a:path w="9190629" h="9190629">
                <a:moveTo>
                  <a:pt x="0" y="0"/>
                </a:moveTo>
                <a:lnTo>
                  <a:pt x="9190629" y="0"/>
                </a:lnTo>
                <a:lnTo>
                  <a:pt x="9190629" y="9190629"/>
                </a:lnTo>
                <a:lnTo>
                  <a:pt x="0" y="91906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1438417" y="8114769"/>
            <a:ext cx="3621038" cy="3621038"/>
          </a:xfrm>
          <a:custGeom>
            <a:avLst/>
            <a:gdLst/>
            <a:ahLst/>
            <a:cxnLst/>
            <a:rect l="l" t="t" r="r" b="b"/>
            <a:pathLst>
              <a:path w="1708150" h="1708150">
                <a:moveTo>
                  <a:pt x="853440" y="1708150"/>
                </a:moveTo>
                <a:cubicBezTo>
                  <a:pt x="383540" y="1708150"/>
                  <a:pt x="0" y="1324610"/>
                  <a:pt x="0" y="853440"/>
                </a:cubicBezTo>
                <a:cubicBezTo>
                  <a:pt x="0" y="383540"/>
                  <a:pt x="383540" y="0"/>
                  <a:pt x="853440" y="0"/>
                </a:cubicBezTo>
                <a:cubicBezTo>
                  <a:pt x="1324610" y="0"/>
                  <a:pt x="1706880" y="383540"/>
                  <a:pt x="1706880" y="853440"/>
                </a:cubicBezTo>
                <a:cubicBezTo>
                  <a:pt x="1708150" y="1324610"/>
                  <a:pt x="1324610" y="1708150"/>
                  <a:pt x="853440" y="1708150"/>
                </a:cubicBezTo>
                <a:close/>
                <a:moveTo>
                  <a:pt x="853440" y="469900"/>
                </a:moveTo>
                <a:cubicBezTo>
                  <a:pt x="642620" y="469900"/>
                  <a:pt x="469900" y="642620"/>
                  <a:pt x="469900" y="853440"/>
                </a:cubicBezTo>
                <a:cubicBezTo>
                  <a:pt x="469900" y="1064260"/>
                  <a:pt x="642620" y="1236980"/>
                  <a:pt x="853440" y="1236980"/>
                </a:cubicBezTo>
                <a:cubicBezTo>
                  <a:pt x="1064260" y="1236980"/>
                  <a:pt x="1236980" y="1064260"/>
                  <a:pt x="1236980" y="853440"/>
                </a:cubicBezTo>
                <a:cubicBezTo>
                  <a:pt x="1236980" y="642620"/>
                  <a:pt x="1065530" y="469900"/>
                  <a:pt x="853440" y="46990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</p:spPr>
      </p:sp>
      <p:sp>
        <p:nvSpPr>
          <p:cNvPr id="8" name="Freeform 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945961" y="-1257300"/>
            <a:ext cx="4609246" cy="4114800"/>
          </a:xfrm>
          <a:custGeom>
            <a:avLst/>
            <a:gdLst/>
            <a:ahLst/>
            <a:cxnLst/>
            <a:rect l="l" t="t" r="r" b="b"/>
            <a:pathLst>
              <a:path w="4609246" h="4114800">
                <a:moveTo>
                  <a:pt x="0" y="0"/>
                </a:moveTo>
                <a:lnTo>
                  <a:pt x="4609246" y="0"/>
                </a:lnTo>
                <a:lnTo>
                  <a:pt x="46092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pl_ContentSummary">
            <a:extLst>
              <a:ext uri="{FF2B5EF4-FFF2-40B4-BE49-F238E27FC236}">
                <a16:creationId xmlns:a16="http://schemas.microsoft.com/office/drawing/2014/main" id="{136245C9-F764-0305-33A9-6AF85FA700AB}"/>
              </a:ext>
            </a:extLst>
          </p:cNvPr>
          <p:cNvSpPr txBox="1"/>
          <p:nvPr/>
        </p:nvSpPr>
        <p:spPr>
          <a:xfrm>
            <a:off x="9104751" y="800100"/>
            <a:ext cx="9118606" cy="4332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960"/>
              </a:lnSpc>
            </a:pPr>
            <a:r>
              <a:rPr lang="vi-VN" sz="7200" b="1" spc="210" dirty="0">
                <a:solidFill>
                  <a:srgbClr val="20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b1</a:t>
            </a:r>
            <a:endParaRPr lang="en-US" sz="7200" b="1" spc="210" dirty="0">
              <a:solidFill>
                <a:srgbClr val="202020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9" name="tpl_GradeName">
            <a:extLst>
              <a:ext uri="{FF2B5EF4-FFF2-40B4-BE49-F238E27FC236}">
                <a16:creationId xmlns:a16="http://schemas.microsoft.com/office/drawing/2014/main" id="{137B9C82-4D9F-592A-7191-0578D455D4B3}"/>
              </a:ext>
            </a:extLst>
          </p:cNvPr>
          <p:cNvSpPr txBox="1"/>
          <p:nvPr/>
        </p:nvSpPr>
        <p:spPr>
          <a:xfrm>
            <a:off x="253087" y="9633145"/>
            <a:ext cx="6589661" cy="3238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960"/>
              </a:lnSpc>
            </a:pPr>
            <a:r>
              <a:rPr lang="vi-VN" sz="4000" dirty="0"/>
              <a:t>b4</a:t>
            </a:r>
            <a:endParaRPr lang="en-US" sz="4000" b="1" spc="210" dirty="0">
              <a:solidFill>
                <a:srgbClr val="202020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38BDD65B-3081-42F8-E571-88F929ABA6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60133" y="6866246"/>
            <a:ext cx="3091592" cy="2929283"/>
          </a:xfrm>
          <a:custGeom>
            <a:avLst/>
            <a:gdLst/>
            <a:ahLst/>
            <a:cxnLst/>
            <a:rect l="l" t="t" r="r" b="b"/>
            <a:pathLst>
              <a:path w="3091592" h="2929283">
                <a:moveTo>
                  <a:pt x="0" y="0"/>
                </a:moveTo>
                <a:lnTo>
                  <a:pt x="3091592" y="0"/>
                </a:lnTo>
                <a:lnTo>
                  <a:pt x="3091592" y="2929283"/>
                </a:lnTo>
                <a:lnTo>
                  <a:pt x="0" y="29292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2" name="tpl_GradeName">
            <a:extLst>
              <a:ext uri="{FF2B5EF4-FFF2-40B4-BE49-F238E27FC236}">
                <a16:creationId xmlns:a16="http://schemas.microsoft.com/office/drawing/2014/main" id="{8E06AE0C-DB78-CA9D-A531-A32D8DA6AD64}"/>
              </a:ext>
            </a:extLst>
          </p:cNvPr>
          <p:cNvSpPr txBox="1"/>
          <p:nvPr/>
        </p:nvSpPr>
        <p:spPr>
          <a:xfrm>
            <a:off x="8915400" y="6210300"/>
            <a:ext cx="4216412" cy="339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60"/>
              </a:lnSpc>
            </a:pPr>
            <a:r>
              <a:rPr lang="vi-VN" sz="4400" dirty="0"/>
              <a:t>b3</a:t>
            </a:r>
            <a:endParaRPr lang="en-US" sz="4400" b="1" spc="210" dirty="0">
              <a:solidFill>
                <a:srgbClr val="202020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13" name="tpl_GradeName">
            <a:extLst>
              <a:ext uri="{FF2B5EF4-FFF2-40B4-BE49-F238E27FC236}">
                <a16:creationId xmlns:a16="http://schemas.microsoft.com/office/drawing/2014/main" id="{342CF9DE-86B1-0807-6E30-92BA5D5D77B3}"/>
              </a:ext>
            </a:extLst>
          </p:cNvPr>
          <p:cNvSpPr txBox="1"/>
          <p:nvPr/>
        </p:nvSpPr>
        <p:spPr>
          <a:xfrm>
            <a:off x="253088" y="4069118"/>
            <a:ext cx="4776112" cy="3238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960"/>
              </a:lnSpc>
            </a:pPr>
            <a:r>
              <a:rPr lang="vi-VN" sz="4000" dirty="0"/>
              <a:t>b2</a:t>
            </a:r>
            <a:endParaRPr lang="en-US" sz="4000" b="1" spc="210" dirty="0">
              <a:solidFill>
                <a:srgbClr val="202020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86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pl_ContentFormulas"/>
          <p:cNvSpPr txBox="1"/>
          <p:nvPr/>
        </p:nvSpPr>
        <p:spPr>
          <a:xfrm>
            <a:off x="6063131" y="1028700"/>
            <a:ext cx="6161738" cy="452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40"/>
              </a:lnSpc>
            </a:pPr>
            <a:r>
              <a:rPr lang="vi-VN" sz="5400" spc="42" dirty="0">
                <a:latin typeface="Glacial Indifference"/>
                <a:ea typeface="Glacial Indifference"/>
                <a:cs typeface="Glacial Indifference"/>
                <a:sym typeface="Glacial Indifference"/>
              </a:rPr>
              <a:t>c1</a:t>
            </a:r>
            <a:endParaRPr lang="en-US" sz="5400" spc="42" dirty="0"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5" name="tpl_ContentFormulaExplanations"/>
          <p:cNvSpPr txBox="1"/>
          <p:nvPr/>
        </p:nvSpPr>
        <p:spPr>
          <a:xfrm>
            <a:off x="838200" y="3074158"/>
            <a:ext cx="6161738" cy="439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40"/>
              </a:lnSpc>
            </a:pPr>
            <a:r>
              <a:rPr lang="vi-VN" sz="4800" dirty="0"/>
              <a:t>c2</a:t>
            </a:r>
            <a:endParaRPr lang="en-US" sz="4800" spc="42" dirty="0">
              <a:solidFill>
                <a:srgbClr val="F5F5EF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8" name="tpl_ContentExamples"/>
          <p:cNvSpPr txBox="1"/>
          <p:nvPr/>
        </p:nvSpPr>
        <p:spPr>
          <a:xfrm>
            <a:off x="6781800" y="6262262"/>
            <a:ext cx="8458200" cy="511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60"/>
              </a:lnSpc>
            </a:pPr>
            <a:r>
              <a:rPr lang="vi-VN" sz="3200" dirty="0"/>
              <a:t>c3</a:t>
            </a:r>
            <a:endParaRPr lang="en-US" sz="3200" dirty="0">
              <a:solidFill>
                <a:srgbClr val="F5F5EF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11</Words>
  <Application>Microsoft Office PowerPoint</Application>
  <PresentationFormat>Custom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Glacial Indifference</vt:lpstr>
      <vt:lpstr>Calibri</vt:lpstr>
      <vt:lpstr>Glacial Indifference Bold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</dc:title>
  <dc:creator>TRAN LUAN</dc:creator>
  <cp:lastModifiedBy>TRAN LUAN</cp:lastModifiedBy>
  <cp:revision>25</cp:revision>
  <dcterms:created xsi:type="dcterms:W3CDTF">2006-08-16T00:00:00Z</dcterms:created>
  <dcterms:modified xsi:type="dcterms:W3CDTF">2025-11-17T18:25:44Z</dcterms:modified>
  <dc:identifier>DAG4TzsGFFw</dc:identifier>
</cp:coreProperties>
</file>