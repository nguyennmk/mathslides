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Canva Sans" panose="020B0604020202020204" charset="0"/>
      <p:regular r:id="rId5"/>
    </p:embeddedFont>
    <p:embeddedFont>
      <p:font typeface="Glacial Indifference" panose="020B0604020202020204" charset="0"/>
      <p:regular r:id="rId6"/>
    </p:embeddedFont>
    <p:embeddedFont>
      <p:font typeface="Glacial Indifference Bold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09516">
            <a:off x="-1727774" y="5871370"/>
            <a:ext cx="9134307" cy="4848542"/>
          </a:xfrm>
          <a:custGeom>
            <a:avLst/>
            <a:gdLst/>
            <a:ahLst/>
            <a:cxnLst/>
            <a:rect l="l" t="t" r="r" b="b"/>
            <a:pathLst>
              <a:path w="9134307" h="4848542">
                <a:moveTo>
                  <a:pt x="0" y="0"/>
                </a:moveTo>
                <a:lnTo>
                  <a:pt x="9134307" y="0"/>
                </a:lnTo>
                <a:lnTo>
                  <a:pt x="9134307" y="4848542"/>
                </a:lnTo>
                <a:lnTo>
                  <a:pt x="0" y="4848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619462">
            <a:off x="669382" y="-2761290"/>
            <a:ext cx="3252501" cy="7579981"/>
          </a:xfrm>
          <a:custGeom>
            <a:avLst/>
            <a:gdLst/>
            <a:ahLst/>
            <a:cxnLst/>
            <a:rect l="l" t="t" r="r" b="b"/>
            <a:pathLst>
              <a:path w="3252501" h="7579981">
                <a:moveTo>
                  <a:pt x="0" y="0"/>
                </a:moveTo>
                <a:lnTo>
                  <a:pt x="3252501" y="0"/>
                </a:lnTo>
                <a:lnTo>
                  <a:pt x="3252501" y="7579980"/>
                </a:lnTo>
                <a:lnTo>
                  <a:pt x="0" y="7579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991373">
            <a:off x="12076802" y="6187984"/>
            <a:ext cx="7212064" cy="4668172"/>
          </a:xfrm>
          <a:custGeom>
            <a:avLst/>
            <a:gdLst/>
            <a:ahLst/>
            <a:cxnLst/>
            <a:rect l="l" t="t" r="r" b="b"/>
            <a:pathLst>
              <a:path w="7212064" h="4668172">
                <a:moveTo>
                  <a:pt x="0" y="0"/>
                </a:moveTo>
                <a:lnTo>
                  <a:pt x="7212064" y="0"/>
                </a:lnTo>
                <a:lnTo>
                  <a:pt x="7212064" y="4668173"/>
                </a:lnTo>
                <a:lnTo>
                  <a:pt x="0" y="4668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796643">
            <a:off x="11438704" y="-2568988"/>
            <a:ext cx="7591023" cy="5137975"/>
          </a:xfrm>
          <a:custGeom>
            <a:avLst/>
            <a:gdLst/>
            <a:ahLst/>
            <a:cxnLst/>
            <a:rect l="l" t="t" r="r" b="b"/>
            <a:pathLst>
              <a:path w="7591023" h="5137975">
                <a:moveTo>
                  <a:pt x="0" y="0"/>
                </a:moveTo>
                <a:lnTo>
                  <a:pt x="7591022" y="0"/>
                </a:lnTo>
                <a:lnTo>
                  <a:pt x="7591022" y="5137976"/>
                </a:lnTo>
                <a:lnTo>
                  <a:pt x="0" y="51379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496893"/>
            <a:ext cx="16230600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vi-VN" sz="4800" dirty="0"/>
              <a:t>a1</a:t>
            </a:r>
            <a:endParaRPr lang="en-US" sz="4543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172645" y="4131950"/>
            <a:ext cx="5942709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478"/>
              </a:lnSpc>
              <a:spcBef>
                <a:spcPct val="0"/>
              </a:spcBef>
            </a:pPr>
            <a:r>
              <a:rPr lang="vi-VN" sz="4000" dirty="0"/>
              <a:t>a2</a:t>
            </a: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87183" y="9439643"/>
            <a:ext cx="4346446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vi-VN" sz="3200" dirty="0"/>
              <a:t>a4</a:t>
            </a:r>
            <a:endParaRPr lang="en-US" sz="3200" dirty="0"/>
          </a:p>
        </p:txBody>
      </p:sp>
      <p:sp>
        <p:nvSpPr>
          <p:cNvPr id="9" name="TextBox 9"/>
          <p:cNvSpPr txBox="1"/>
          <p:nvPr/>
        </p:nvSpPr>
        <p:spPr>
          <a:xfrm>
            <a:off x="6725276" y="6323700"/>
            <a:ext cx="4346446" cy="6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80"/>
              </a:lnSpc>
            </a:pPr>
            <a:r>
              <a:rPr lang="vi-VN" sz="3600" dirty="0"/>
              <a:t>a3</a:t>
            </a:r>
            <a:endParaRPr lang="en-US" sz="3600" spc="84" dirty="0">
              <a:solidFill>
                <a:srgbClr val="20202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9047" y="3800879"/>
            <a:ext cx="16812490" cy="2994038"/>
            <a:chOff x="0" y="0"/>
            <a:chExt cx="4427981" cy="788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7981" cy="788553"/>
            </a:xfrm>
            <a:custGeom>
              <a:avLst/>
              <a:gdLst/>
              <a:ahLst/>
              <a:cxnLst/>
              <a:rect l="l" t="t" r="r" b="b"/>
              <a:pathLst>
                <a:path w="4427981" h="788553">
                  <a:moveTo>
                    <a:pt x="23485" y="0"/>
                  </a:moveTo>
                  <a:lnTo>
                    <a:pt x="4404496" y="0"/>
                  </a:lnTo>
                  <a:cubicBezTo>
                    <a:pt x="4417466" y="0"/>
                    <a:pt x="4427981" y="10515"/>
                    <a:pt x="4427981" y="23485"/>
                  </a:cubicBezTo>
                  <a:lnTo>
                    <a:pt x="4427981" y="765068"/>
                  </a:lnTo>
                  <a:cubicBezTo>
                    <a:pt x="4427981" y="778039"/>
                    <a:pt x="4417466" y="788553"/>
                    <a:pt x="4404496" y="788553"/>
                  </a:cubicBezTo>
                  <a:lnTo>
                    <a:pt x="23485" y="788553"/>
                  </a:lnTo>
                  <a:cubicBezTo>
                    <a:pt x="10515" y="788553"/>
                    <a:pt x="0" y="778039"/>
                    <a:pt x="0" y="765068"/>
                  </a:cubicBezTo>
                  <a:lnTo>
                    <a:pt x="0" y="23485"/>
                  </a:lnTo>
                  <a:cubicBezTo>
                    <a:pt x="0" y="10515"/>
                    <a:pt x="10515" y="0"/>
                    <a:pt x="234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27981" cy="826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35345"/>
            <a:ext cx="16230600" cy="981603"/>
            <a:chOff x="0" y="0"/>
            <a:chExt cx="4274726" cy="258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58529"/>
            </a:xfrm>
            <a:custGeom>
              <a:avLst/>
              <a:gdLst/>
              <a:ahLst/>
              <a:cxnLst/>
              <a:rect l="l" t="t" r="r" b="b"/>
              <a:pathLst>
                <a:path w="4274726" h="258529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34202"/>
                  </a:lnTo>
                  <a:cubicBezTo>
                    <a:pt x="4274726" y="240654"/>
                    <a:pt x="4272163" y="246842"/>
                    <a:pt x="4267601" y="251404"/>
                  </a:cubicBezTo>
                  <a:cubicBezTo>
                    <a:pt x="4263039" y="255966"/>
                    <a:pt x="4256851" y="258529"/>
                    <a:pt x="4250399" y="258529"/>
                  </a:cubicBezTo>
                  <a:lnTo>
                    <a:pt x="24327" y="258529"/>
                  </a:lnTo>
                  <a:cubicBezTo>
                    <a:pt x="10891" y="258529"/>
                    <a:pt x="0" y="247638"/>
                    <a:pt x="0" y="23420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8EDDB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96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261587"/>
            <a:ext cx="5482778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0"/>
              </a:lnSpc>
            </a:pPr>
            <a:r>
              <a:rPr lang="vi-VN" sz="4000" dirty="0"/>
              <a:t>b2</a:t>
            </a: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80219" y="4222795"/>
            <a:ext cx="8765034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3600" dirty="0"/>
              <a:t>b3</a:t>
            </a:r>
            <a:endParaRPr lang="en-US" sz="36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80219" y="838462"/>
            <a:ext cx="16230600" cy="921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</a:pPr>
            <a:r>
              <a:rPr lang="vi-VN" sz="48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b1</a:t>
            </a:r>
            <a:endParaRPr lang="en-US" sz="4800" b="1" spc="210" dirty="0">
              <a:solidFill>
                <a:srgbClr val="202020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7480717"/>
            <a:ext cx="8413903" cy="638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425"/>
              </a:lnSpc>
              <a:spcBef>
                <a:spcPct val="0"/>
              </a:spcBef>
            </a:pPr>
            <a:r>
              <a:rPr lang="vi-VN" sz="3600" dirty="0"/>
              <a:t>b4</a:t>
            </a:r>
            <a:endParaRPr lang="en-US" sz="345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7755" y="4610100"/>
            <a:ext cx="16812490" cy="2994038"/>
            <a:chOff x="0" y="0"/>
            <a:chExt cx="4427981" cy="7885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27981" cy="788553"/>
            </a:xfrm>
            <a:custGeom>
              <a:avLst/>
              <a:gdLst/>
              <a:ahLst/>
              <a:cxnLst/>
              <a:rect l="l" t="t" r="r" b="b"/>
              <a:pathLst>
                <a:path w="4427981" h="788553">
                  <a:moveTo>
                    <a:pt x="23485" y="0"/>
                  </a:moveTo>
                  <a:lnTo>
                    <a:pt x="4404496" y="0"/>
                  </a:lnTo>
                  <a:cubicBezTo>
                    <a:pt x="4417466" y="0"/>
                    <a:pt x="4427981" y="10515"/>
                    <a:pt x="4427981" y="23485"/>
                  </a:cubicBezTo>
                  <a:lnTo>
                    <a:pt x="4427981" y="765068"/>
                  </a:lnTo>
                  <a:cubicBezTo>
                    <a:pt x="4427981" y="778039"/>
                    <a:pt x="4417466" y="788553"/>
                    <a:pt x="4404496" y="788553"/>
                  </a:cubicBezTo>
                  <a:lnTo>
                    <a:pt x="23485" y="788553"/>
                  </a:lnTo>
                  <a:cubicBezTo>
                    <a:pt x="10515" y="788553"/>
                    <a:pt x="0" y="778039"/>
                    <a:pt x="0" y="765068"/>
                  </a:cubicBezTo>
                  <a:lnTo>
                    <a:pt x="0" y="23485"/>
                  </a:lnTo>
                  <a:cubicBezTo>
                    <a:pt x="0" y="10515"/>
                    <a:pt x="10515" y="0"/>
                    <a:pt x="234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427981" cy="826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35345"/>
            <a:ext cx="16230600" cy="981603"/>
            <a:chOff x="0" y="0"/>
            <a:chExt cx="4274726" cy="25852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74726" cy="258529"/>
            </a:xfrm>
            <a:custGeom>
              <a:avLst/>
              <a:gdLst/>
              <a:ahLst/>
              <a:cxnLst/>
              <a:rect l="l" t="t" r="r" b="b"/>
              <a:pathLst>
                <a:path w="4274726" h="258529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34202"/>
                  </a:lnTo>
                  <a:cubicBezTo>
                    <a:pt x="4274726" y="240654"/>
                    <a:pt x="4272163" y="246842"/>
                    <a:pt x="4267601" y="251404"/>
                  </a:cubicBezTo>
                  <a:cubicBezTo>
                    <a:pt x="4263039" y="255966"/>
                    <a:pt x="4256851" y="258529"/>
                    <a:pt x="4250399" y="258529"/>
                  </a:cubicBezTo>
                  <a:lnTo>
                    <a:pt x="24327" y="258529"/>
                  </a:lnTo>
                  <a:cubicBezTo>
                    <a:pt x="10891" y="258529"/>
                    <a:pt x="0" y="247638"/>
                    <a:pt x="0" y="234202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C6E0F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74726" cy="2966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261587"/>
            <a:ext cx="5482778" cy="93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vi-VN" sz="4000" dirty="0"/>
              <a:t>c2</a:t>
            </a:r>
            <a:endParaRPr lang="en-US" sz="40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179992" y="5661660"/>
            <a:ext cx="8765034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60"/>
              </a:lnSpc>
            </a:pPr>
            <a:r>
              <a:rPr lang="vi-VN" sz="3600" dirty="0"/>
              <a:t>c3</a:t>
            </a:r>
            <a:endParaRPr lang="en-US" sz="3600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79992" y="825335"/>
            <a:ext cx="16230600" cy="103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vi-VN" sz="4800" spc="42" dirty="0">
                <a:latin typeface="Glacial Indifference"/>
                <a:ea typeface="Glacial Indifference"/>
                <a:cs typeface="Glacial Indifference"/>
                <a:sym typeface="Glacial Indifference"/>
              </a:rPr>
              <a:t>c1</a:t>
            </a:r>
            <a:endParaRPr lang="en-US" sz="4800" spc="42" dirty="0"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13</Words>
  <Application>Microsoft Office PowerPoint</Application>
  <PresentationFormat>Custom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Calibri</vt:lpstr>
      <vt:lpstr>Arial</vt:lpstr>
      <vt:lpstr>Glacial Indifference</vt:lpstr>
      <vt:lpstr>Canva Sans</vt:lpstr>
      <vt:lpstr>Times New Roman</vt:lpstr>
      <vt:lpstr>Glacial Indifference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Template2</dc:title>
  <cp:lastModifiedBy>Anh Nguyen</cp:lastModifiedBy>
  <cp:revision>4</cp:revision>
  <dcterms:created xsi:type="dcterms:W3CDTF">2006-08-16T00:00:00Z</dcterms:created>
  <dcterms:modified xsi:type="dcterms:W3CDTF">2025-11-17T19:02:37Z</dcterms:modified>
  <dc:identifier>DAG4-sUkXP8</dc:identifier>
</cp:coreProperties>
</file>