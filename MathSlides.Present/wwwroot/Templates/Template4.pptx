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9243" y="6422107"/>
            <a:ext cx="2498806" cy="4114800"/>
          </a:xfrm>
          <a:custGeom>
            <a:avLst/>
            <a:gdLst/>
            <a:ahLst/>
            <a:cxnLst/>
            <a:rect l="l" t="t" r="r" b="b"/>
            <a:pathLst>
              <a:path w="2498806" h="4114800">
                <a:moveTo>
                  <a:pt x="0" y="0"/>
                </a:moveTo>
                <a:lnTo>
                  <a:pt x="2498806" y="0"/>
                </a:lnTo>
                <a:lnTo>
                  <a:pt x="24988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31741" y="688874"/>
            <a:ext cx="2910286" cy="4114800"/>
          </a:xfrm>
          <a:custGeom>
            <a:avLst/>
            <a:gdLst/>
            <a:ahLst/>
            <a:cxnLst/>
            <a:rect l="l" t="t" r="r" b="b"/>
            <a:pathLst>
              <a:path w="2910286" h="4114800">
                <a:moveTo>
                  <a:pt x="0" y="0"/>
                </a:moveTo>
                <a:lnTo>
                  <a:pt x="2910285" y="0"/>
                </a:lnTo>
                <a:lnTo>
                  <a:pt x="29102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83573" y="1030331"/>
            <a:ext cx="13451827" cy="665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83573" y="3647072"/>
            <a:ext cx="13909027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40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endParaRPr lang="en-US" sz="40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67000" y="5485768"/>
            <a:ext cx="153162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98"/>
              </a:lnSpc>
              <a:spcBef>
                <a:spcPct val="0"/>
              </a:spcBef>
            </a:pPr>
            <a:r>
              <a:rPr lang="en-US" sz="32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71800" y="8420100"/>
            <a:ext cx="1428750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68"/>
              </a:lnSpc>
              <a:spcBef>
                <a:spcPct val="0"/>
              </a:spcBef>
            </a:pPr>
            <a:r>
              <a:rPr lang="en-US" sz="29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447601"/>
            <a:ext cx="11665834" cy="6810699"/>
            <a:chOff x="0" y="0"/>
            <a:chExt cx="3072483" cy="1793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72483" cy="1793764"/>
            </a:xfrm>
            <a:custGeom>
              <a:avLst/>
              <a:gdLst/>
              <a:ahLst/>
              <a:cxnLst/>
              <a:rect l="l" t="t" r="r" b="b"/>
              <a:pathLst>
                <a:path w="3072483" h="1793764">
                  <a:moveTo>
                    <a:pt x="7964" y="0"/>
                  </a:moveTo>
                  <a:lnTo>
                    <a:pt x="3064519" y="0"/>
                  </a:lnTo>
                  <a:cubicBezTo>
                    <a:pt x="3068918" y="0"/>
                    <a:pt x="3072483" y="3565"/>
                    <a:pt x="3072483" y="7964"/>
                  </a:cubicBezTo>
                  <a:lnTo>
                    <a:pt x="3072483" y="1785801"/>
                  </a:lnTo>
                  <a:cubicBezTo>
                    <a:pt x="3072483" y="1790199"/>
                    <a:pt x="3068918" y="1793764"/>
                    <a:pt x="3064519" y="1793764"/>
                  </a:cubicBezTo>
                  <a:lnTo>
                    <a:pt x="7964" y="1793764"/>
                  </a:lnTo>
                  <a:cubicBezTo>
                    <a:pt x="5852" y="1793764"/>
                    <a:pt x="3826" y="1792925"/>
                    <a:pt x="2333" y="1791432"/>
                  </a:cubicBezTo>
                  <a:cubicBezTo>
                    <a:pt x="839" y="1789938"/>
                    <a:pt x="0" y="1787913"/>
                    <a:pt x="0" y="1785801"/>
                  </a:cubicBezTo>
                  <a:lnTo>
                    <a:pt x="0" y="7964"/>
                  </a:lnTo>
                  <a:cubicBezTo>
                    <a:pt x="0" y="3565"/>
                    <a:pt x="3565" y="0"/>
                    <a:pt x="79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72483" cy="1831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804701" y="7722418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0" y="0"/>
                </a:moveTo>
                <a:lnTo>
                  <a:pt x="4909198" y="0"/>
                </a:lnTo>
                <a:lnTo>
                  <a:pt x="49091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34924" y="3086100"/>
            <a:ext cx="2820508" cy="4114800"/>
          </a:xfrm>
          <a:custGeom>
            <a:avLst/>
            <a:gdLst/>
            <a:ahLst/>
            <a:cxnLst/>
            <a:rect l="l" t="t" r="r" b="b"/>
            <a:pathLst>
              <a:path w="2820508" h="4114800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047426"/>
            <a:ext cx="1623060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</a:t>
            </a:r>
          </a:p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endParaRPr lang="en-US" sz="454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57690" y="2680808"/>
            <a:ext cx="11536843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</a:t>
            </a:r>
          </a:p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4434" y="4991100"/>
            <a:ext cx="11536842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4434" y="8231886"/>
            <a:ext cx="11440099" cy="623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4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7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3759" y="-301807"/>
            <a:ext cx="2910286" cy="4114800"/>
          </a:xfrm>
          <a:custGeom>
            <a:avLst/>
            <a:gdLst/>
            <a:ahLst/>
            <a:cxnLst/>
            <a:rect l="l" t="t" r="r" b="b"/>
            <a:pathLst>
              <a:path w="2910286" h="4114800">
                <a:moveTo>
                  <a:pt x="0" y="0"/>
                </a:moveTo>
                <a:lnTo>
                  <a:pt x="2910285" y="0"/>
                </a:lnTo>
                <a:lnTo>
                  <a:pt x="29102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63119" y="7428429"/>
            <a:ext cx="2498806" cy="4114800"/>
          </a:xfrm>
          <a:custGeom>
            <a:avLst/>
            <a:gdLst/>
            <a:ahLst/>
            <a:cxnLst/>
            <a:rect l="l" t="t" r="r" b="b"/>
            <a:pathLst>
              <a:path w="2498806" h="4114800">
                <a:moveTo>
                  <a:pt x="0" y="0"/>
                </a:moveTo>
                <a:lnTo>
                  <a:pt x="2498806" y="0"/>
                </a:lnTo>
                <a:lnTo>
                  <a:pt x="24988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5724" y="0"/>
                  </a:moveTo>
                  <a:lnTo>
                    <a:pt x="4269002" y="0"/>
                  </a:lnTo>
                  <a:cubicBezTo>
                    <a:pt x="4272163" y="0"/>
                    <a:pt x="4274726" y="2563"/>
                    <a:pt x="4274726" y="5724"/>
                  </a:cubicBezTo>
                  <a:lnTo>
                    <a:pt x="4274726" y="2161743"/>
                  </a:lnTo>
                  <a:cubicBezTo>
                    <a:pt x="4274726" y="2164904"/>
                    <a:pt x="4272163" y="2167467"/>
                    <a:pt x="4269002" y="2167467"/>
                  </a:cubicBezTo>
                  <a:lnTo>
                    <a:pt x="5724" y="2167467"/>
                  </a:lnTo>
                  <a:cubicBezTo>
                    <a:pt x="2563" y="2167467"/>
                    <a:pt x="0" y="2164904"/>
                    <a:pt x="0" y="2161743"/>
                  </a:cubicBezTo>
                  <a:lnTo>
                    <a:pt x="0" y="5724"/>
                  </a:lnTo>
                  <a:cubicBezTo>
                    <a:pt x="0" y="2563"/>
                    <a:pt x="2563" y="0"/>
                    <a:pt x="57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80716"/>
            <a:ext cx="162306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0788" y="3219268"/>
            <a:ext cx="15508012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7102" y="6730818"/>
            <a:ext cx="15432198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</a:p>
        </p:txBody>
      </p:sp>
    </p:spTree>
  </p:cSld>
  <p:clrMapOvr>
    <a:masterClrMapping/>
  </p:clrMapOvr>
  <p:transition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Template4</dc:title>
  <cp:lastModifiedBy>TRAN LUAN</cp:lastModifiedBy>
  <cp:revision>2</cp:revision>
  <dcterms:created xsi:type="dcterms:W3CDTF">2006-08-16T00:00:00Z</dcterms:created>
  <dcterms:modified xsi:type="dcterms:W3CDTF">2025-11-17T22:49:18Z</dcterms:modified>
  <dc:identifier>DAG4-sUkXP8</dc:identifier>
</cp:coreProperties>
</file>