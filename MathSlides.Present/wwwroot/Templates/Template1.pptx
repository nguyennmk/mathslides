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</p:sldIdLst>
  <p:sldSz cx="18288000" cy="10287000"/>
  <p:notesSz cx="6858000" cy="9144000"/>
  <p:embeddedFontLst>
    <p:embeddedFont>
      <p:font typeface="Glacial Indifference" panose="020B0604020202020204" charset="0"/>
      <p:regular r:id="rId5"/>
    </p:embeddedFont>
    <p:embeddedFont>
      <p:font typeface="Glacial Indifference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4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pl_ClassName"/>
          <p:cNvSpPr txBox="1"/>
          <p:nvPr/>
        </p:nvSpPr>
        <p:spPr>
          <a:xfrm>
            <a:off x="2367900" y="4916549"/>
            <a:ext cx="3871675" cy="728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800" dirty="0" err="1"/>
              <a:t>lop_trang_mot</a:t>
            </a:r>
            <a:endParaRPr lang="en-US" sz="4800" spc="84" dirty="0">
              <a:solidFill>
                <a:srgbClr val="20202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6" name="tpl_Objectives">
            <a:extLst>
              <a:ext uri="{FF2B5EF4-FFF2-40B4-BE49-F238E27FC236}">
                <a16:creationId xmlns:a16="http://schemas.microsoft.com/office/drawing/2014/main" id="{43247C08-BD8D-17B2-7718-6E569E02686A}"/>
              </a:ext>
            </a:extLst>
          </p:cNvPr>
          <p:cNvSpPr txBox="1">
            <a:spLocks/>
          </p:cNvSpPr>
          <p:nvPr/>
        </p:nvSpPr>
        <p:spPr>
          <a:xfrm>
            <a:off x="2273268" y="4009244"/>
            <a:ext cx="57226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/>
              <a:t>tieu_de_trang_mot</a:t>
            </a:r>
            <a:endParaRPr lang="en-US" sz="4400" dirty="0"/>
          </a:p>
        </p:txBody>
      </p:sp>
      <p:sp>
        <p:nvSpPr>
          <p:cNvPr id="20" name="tpl_Source">
            <a:extLst>
              <a:ext uri="{FF2B5EF4-FFF2-40B4-BE49-F238E27FC236}">
                <a16:creationId xmlns:a16="http://schemas.microsoft.com/office/drawing/2014/main" id="{79D89A5F-B925-C92A-E7A0-336A7DB4BDDB}"/>
              </a:ext>
            </a:extLst>
          </p:cNvPr>
          <p:cNvSpPr txBox="1"/>
          <p:nvPr/>
        </p:nvSpPr>
        <p:spPr>
          <a:xfrm>
            <a:off x="6109497" y="6028202"/>
            <a:ext cx="6261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/>
              <a:t>noi_dung_dau_bai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12397-4DB9-F81A-2D2A-8656977230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0097" y="2761861"/>
            <a:ext cx="99793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err="1"/>
              <a:t>chu_de_trang_mot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l_StrandName">
            <a:extLst>
              <a:ext uri="{FF2B5EF4-FFF2-40B4-BE49-F238E27FC236}">
                <a16:creationId xmlns:a16="http://schemas.microsoft.com/office/drawing/2014/main" id="{C031D004-2269-1C67-4731-92683ED4D2F4}"/>
              </a:ext>
            </a:extLst>
          </p:cNvPr>
          <p:cNvSpPr txBox="1"/>
          <p:nvPr/>
        </p:nvSpPr>
        <p:spPr>
          <a:xfrm>
            <a:off x="6996545" y="1907915"/>
            <a:ext cx="4216412" cy="29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3200" dirty="0" err="1"/>
              <a:t>noi_dung_trang_hai</a:t>
            </a:r>
            <a:endParaRPr lang="en-US" sz="32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" name="tpl_ContentSummary">
            <a:extLst>
              <a:ext uri="{FF2B5EF4-FFF2-40B4-BE49-F238E27FC236}">
                <a16:creationId xmlns:a16="http://schemas.microsoft.com/office/drawing/2014/main" id="{136245C9-F764-0305-33A9-6AF85FA700AB}"/>
              </a:ext>
            </a:extLst>
          </p:cNvPr>
          <p:cNvSpPr txBox="1"/>
          <p:nvPr/>
        </p:nvSpPr>
        <p:spPr>
          <a:xfrm>
            <a:off x="9104751" y="800100"/>
            <a:ext cx="9118606" cy="433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7200" dirty="0" err="1"/>
              <a:t>tieu_de_trang_hai</a:t>
            </a:r>
            <a:endParaRPr lang="en-US" sz="72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9" name="tpl_GradeName">
            <a:extLst>
              <a:ext uri="{FF2B5EF4-FFF2-40B4-BE49-F238E27FC236}">
                <a16:creationId xmlns:a16="http://schemas.microsoft.com/office/drawing/2014/main" id="{137B9C82-4D9F-592A-7191-0578D455D4B3}"/>
              </a:ext>
            </a:extLst>
          </p:cNvPr>
          <p:cNvSpPr txBox="1"/>
          <p:nvPr/>
        </p:nvSpPr>
        <p:spPr>
          <a:xfrm>
            <a:off x="253087" y="9633145"/>
            <a:ext cx="6589661" cy="323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vi-VN" sz="4000" dirty="0"/>
              <a:t>n</a:t>
            </a:r>
            <a:r>
              <a:rPr lang="en-US" sz="4000" dirty="0" err="1"/>
              <a:t>guon_thong</a:t>
            </a:r>
            <a:r>
              <a:rPr lang="en-US" sz="4000" dirty="0"/>
              <a:t>_</a:t>
            </a:r>
            <a:r>
              <a:rPr lang="vi-VN" sz="4000" dirty="0"/>
              <a:t>tin_trang_hai</a:t>
            </a:r>
            <a:endParaRPr lang="en-US" sz="40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2" name="tpl_GradeName">
            <a:extLst>
              <a:ext uri="{FF2B5EF4-FFF2-40B4-BE49-F238E27FC236}">
                <a16:creationId xmlns:a16="http://schemas.microsoft.com/office/drawing/2014/main" id="{8E06AE0C-DB78-CA9D-A531-A32D8DA6AD64}"/>
              </a:ext>
            </a:extLst>
          </p:cNvPr>
          <p:cNvSpPr txBox="1"/>
          <p:nvPr/>
        </p:nvSpPr>
        <p:spPr>
          <a:xfrm>
            <a:off x="8915400" y="6210300"/>
            <a:ext cx="4216412" cy="33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4400" dirty="0"/>
              <a:t>vi_</a:t>
            </a:r>
            <a:r>
              <a:rPr lang="vi-VN" sz="4400" dirty="0"/>
              <a:t>du_trang_hai</a:t>
            </a:r>
            <a:endParaRPr lang="en-US" sz="44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3" name="tpl_GradeName">
            <a:extLst>
              <a:ext uri="{FF2B5EF4-FFF2-40B4-BE49-F238E27FC236}">
                <a16:creationId xmlns:a16="http://schemas.microsoft.com/office/drawing/2014/main" id="{342CF9DE-86B1-0807-6E30-92BA5D5D77B3}"/>
              </a:ext>
            </a:extLst>
          </p:cNvPr>
          <p:cNvSpPr txBox="1"/>
          <p:nvPr/>
        </p:nvSpPr>
        <p:spPr>
          <a:xfrm>
            <a:off x="253088" y="4069118"/>
            <a:ext cx="4776112" cy="323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4000" dirty="0" err="1"/>
              <a:t>cong</a:t>
            </a:r>
            <a:r>
              <a:rPr lang="en-US" sz="4000" dirty="0"/>
              <a:t>_</a:t>
            </a:r>
            <a:r>
              <a:rPr lang="vi-VN" sz="4000" dirty="0"/>
              <a:t>thuc_trang_hai</a:t>
            </a:r>
            <a:endParaRPr lang="en-US" sz="40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6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pl_ContentFormulas"/>
          <p:cNvSpPr txBox="1"/>
          <p:nvPr/>
        </p:nvSpPr>
        <p:spPr>
          <a:xfrm>
            <a:off x="6063131" y="1028700"/>
            <a:ext cx="6161738" cy="45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5400" spc="42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tieu_de_trang_ba</a:t>
            </a:r>
            <a:endParaRPr lang="en-US" sz="5400" spc="42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tpl_ContentFormulaExplanations"/>
          <p:cNvSpPr txBox="1"/>
          <p:nvPr/>
        </p:nvSpPr>
        <p:spPr>
          <a:xfrm>
            <a:off x="838200" y="3074158"/>
            <a:ext cx="6161738" cy="43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4800" dirty="0" err="1"/>
              <a:t>noi_dung_trang_ba</a:t>
            </a:r>
            <a:endParaRPr lang="en-US" sz="4800" spc="42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pl_ContentExamples"/>
          <p:cNvSpPr txBox="1"/>
          <p:nvPr/>
        </p:nvSpPr>
        <p:spPr>
          <a:xfrm>
            <a:off x="6781800" y="6262262"/>
            <a:ext cx="8458200" cy="511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dirty="0" err="1"/>
              <a:t>cong_thuc_trang_ba</a:t>
            </a:r>
            <a:endParaRPr lang="en-US" sz="3200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85</Words>
  <Application>Microsoft Office PowerPoint</Application>
  <PresentationFormat>Custom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Glacial Indifference Bold</vt:lpstr>
      <vt:lpstr>Calibri</vt:lpstr>
      <vt:lpstr>Arial</vt:lpstr>
      <vt:lpstr>Glacial Indifference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</dc:title>
  <dc:creator>TRAN LUAN</dc:creator>
  <cp:lastModifiedBy>TRAN LUAN</cp:lastModifiedBy>
  <cp:revision>23</cp:revision>
  <dcterms:created xsi:type="dcterms:W3CDTF">2006-08-16T00:00:00Z</dcterms:created>
  <dcterms:modified xsi:type="dcterms:W3CDTF">2025-11-16T23:50:50Z</dcterms:modified>
  <dc:identifier>DAG4TzsGFFw</dc:identifier>
</cp:coreProperties>
</file>