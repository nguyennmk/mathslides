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9" d="100"/>
          <a:sy n="69" d="100"/>
        </p:scale>
        <p:origin x="834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2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7C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143500"/>
            <a:ext cx="20637320" cy="5125032"/>
            <a:chOff x="0" y="0"/>
            <a:chExt cx="27516427" cy="68333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184149" cy="6833376"/>
            </a:xfrm>
            <a:custGeom>
              <a:avLst/>
              <a:gdLst/>
              <a:ahLst/>
              <a:cxnLst/>
              <a:rect l="l" t="t" r="r" b="b"/>
              <a:pathLst>
                <a:path w="9184149" h="6833376">
                  <a:moveTo>
                    <a:pt x="0" y="0"/>
                  </a:moveTo>
                  <a:lnTo>
                    <a:pt x="9184149" y="0"/>
                  </a:lnTo>
                  <a:lnTo>
                    <a:pt x="9184149" y="6833376"/>
                  </a:lnTo>
                  <a:lnTo>
                    <a:pt x="0" y="6833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9168331" y="0"/>
              <a:ext cx="9184149" cy="6833376"/>
            </a:xfrm>
            <a:custGeom>
              <a:avLst/>
              <a:gdLst/>
              <a:ahLst/>
              <a:cxnLst/>
              <a:rect l="l" t="t" r="r" b="b"/>
              <a:pathLst>
                <a:path w="9184149" h="6833376">
                  <a:moveTo>
                    <a:pt x="0" y="0"/>
                  </a:moveTo>
                  <a:lnTo>
                    <a:pt x="9184150" y="0"/>
                  </a:lnTo>
                  <a:lnTo>
                    <a:pt x="9184150" y="6833376"/>
                  </a:lnTo>
                  <a:lnTo>
                    <a:pt x="0" y="6833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8332278" y="0"/>
              <a:ext cx="9184149" cy="6833376"/>
            </a:xfrm>
            <a:custGeom>
              <a:avLst/>
              <a:gdLst/>
              <a:ahLst/>
              <a:cxnLst/>
              <a:rect l="l" t="t" r="r" b="b"/>
              <a:pathLst>
                <a:path w="9184149" h="6833376">
                  <a:moveTo>
                    <a:pt x="0" y="0"/>
                  </a:moveTo>
                  <a:lnTo>
                    <a:pt x="9184149" y="0"/>
                  </a:lnTo>
                  <a:lnTo>
                    <a:pt x="9184149" y="6833376"/>
                  </a:lnTo>
                  <a:lnTo>
                    <a:pt x="0" y="6833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13806535" y="0"/>
            <a:ext cx="4481465" cy="4114800"/>
          </a:xfrm>
          <a:custGeom>
            <a:avLst/>
            <a:gdLst/>
            <a:ahLst/>
            <a:cxnLst/>
            <a:rect l="l" t="t" r="r" b="b"/>
            <a:pathLst>
              <a:path w="4481465" h="4114800">
                <a:moveTo>
                  <a:pt x="0" y="0"/>
                </a:moveTo>
                <a:lnTo>
                  <a:pt x="4481465" y="0"/>
                </a:lnTo>
                <a:lnTo>
                  <a:pt x="44814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2562349" y="1532134"/>
            <a:ext cx="13163301" cy="7222731"/>
            <a:chOff x="0" y="0"/>
            <a:chExt cx="17551068" cy="963030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783098" cy="6534977"/>
            </a:xfrm>
            <a:custGeom>
              <a:avLst/>
              <a:gdLst/>
              <a:ahLst/>
              <a:cxnLst/>
              <a:rect l="l" t="t" r="r" b="b"/>
              <a:pathLst>
                <a:path w="8783098" h="6534977">
                  <a:moveTo>
                    <a:pt x="0" y="0"/>
                  </a:moveTo>
                  <a:lnTo>
                    <a:pt x="8783098" y="0"/>
                  </a:lnTo>
                  <a:lnTo>
                    <a:pt x="8783098" y="6534977"/>
                  </a:lnTo>
                  <a:lnTo>
                    <a:pt x="0" y="6534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8767970" y="0"/>
              <a:ext cx="8783098" cy="6534977"/>
            </a:xfrm>
            <a:custGeom>
              <a:avLst/>
              <a:gdLst/>
              <a:ahLst/>
              <a:cxnLst/>
              <a:rect l="l" t="t" r="r" b="b"/>
              <a:pathLst>
                <a:path w="8783098" h="6534977">
                  <a:moveTo>
                    <a:pt x="0" y="0"/>
                  </a:moveTo>
                  <a:lnTo>
                    <a:pt x="8783098" y="0"/>
                  </a:lnTo>
                  <a:lnTo>
                    <a:pt x="8783098" y="6534977"/>
                  </a:lnTo>
                  <a:lnTo>
                    <a:pt x="0" y="6534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rot="-10800000">
              <a:off x="8767970" y="3095331"/>
              <a:ext cx="8783098" cy="6534977"/>
            </a:xfrm>
            <a:custGeom>
              <a:avLst/>
              <a:gdLst/>
              <a:ahLst/>
              <a:cxnLst/>
              <a:rect l="l" t="t" r="r" b="b"/>
              <a:pathLst>
                <a:path w="8783098" h="6534977">
                  <a:moveTo>
                    <a:pt x="0" y="0"/>
                  </a:moveTo>
                  <a:lnTo>
                    <a:pt x="8783098" y="0"/>
                  </a:lnTo>
                  <a:lnTo>
                    <a:pt x="8783098" y="6534978"/>
                  </a:lnTo>
                  <a:lnTo>
                    <a:pt x="0" y="65349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 rot="-10800000">
              <a:off x="0" y="3095331"/>
              <a:ext cx="8783098" cy="6534977"/>
            </a:xfrm>
            <a:custGeom>
              <a:avLst/>
              <a:gdLst/>
              <a:ahLst/>
              <a:cxnLst/>
              <a:rect l="l" t="t" r="r" b="b"/>
              <a:pathLst>
                <a:path w="8783098" h="6534977">
                  <a:moveTo>
                    <a:pt x="0" y="0"/>
                  </a:moveTo>
                  <a:lnTo>
                    <a:pt x="8783098" y="0"/>
                  </a:lnTo>
                  <a:lnTo>
                    <a:pt x="8783098" y="6534978"/>
                  </a:lnTo>
                  <a:lnTo>
                    <a:pt x="0" y="65349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>
            <a:off x="0" y="7150813"/>
            <a:ext cx="4938960" cy="3117719"/>
          </a:xfrm>
          <a:custGeom>
            <a:avLst/>
            <a:gdLst/>
            <a:ahLst/>
            <a:cxnLst/>
            <a:rect l="l" t="t" r="r" b="b"/>
            <a:pathLst>
              <a:path w="4938960" h="3117719">
                <a:moveTo>
                  <a:pt x="0" y="0"/>
                </a:moveTo>
                <a:lnTo>
                  <a:pt x="4938960" y="0"/>
                </a:lnTo>
                <a:lnTo>
                  <a:pt x="4938960" y="3117719"/>
                </a:lnTo>
                <a:lnTo>
                  <a:pt x="0" y="31177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834574" y="2224136"/>
            <a:ext cx="14424726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52"/>
              </a:lnSpc>
              <a:spcBef>
                <a:spcPct val="0"/>
              </a:spcBef>
            </a:pPr>
            <a:r>
              <a:rPr lang="en-US" sz="454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562349" y="3471912"/>
            <a:ext cx="13163302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478"/>
              </a:lnSpc>
              <a:spcBef>
                <a:spcPct val="0"/>
              </a:spcBef>
            </a:pPr>
            <a:r>
              <a:rPr lang="en-US" sz="407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a2</a:t>
            </a:r>
          </a:p>
          <a:p>
            <a:pPr marL="0" lvl="0" indent="0" algn="ctr">
              <a:lnSpc>
                <a:spcPts val="4478"/>
              </a:lnSpc>
              <a:spcBef>
                <a:spcPct val="0"/>
              </a:spcBef>
            </a:pPr>
            <a:endParaRPr lang="en-US" sz="407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793296" y="4917942"/>
            <a:ext cx="8751504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598"/>
              </a:lnSpc>
              <a:spcBef>
                <a:spcPct val="0"/>
              </a:spcBef>
            </a:pPr>
            <a:r>
              <a:rPr lang="en-US" sz="327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562347" y="6815086"/>
            <a:ext cx="12079408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268"/>
              </a:lnSpc>
              <a:spcBef>
                <a:spcPct val="0"/>
              </a:spcBef>
            </a:pPr>
            <a:r>
              <a:rPr lang="en-US" sz="297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3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143500"/>
            <a:ext cx="20637320" cy="5125032"/>
            <a:chOff x="0" y="0"/>
            <a:chExt cx="27516427" cy="68333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184149" cy="6833376"/>
            </a:xfrm>
            <a:custGeom>
              <a:avLst/>
              <a:gdLst/>
              <a:ahLst/>
              <a:cxnLst/>
              <a:rect l="l" t="t" r="r" b="b"/>
              <a:pathLst>
                <a:path w="9184149" h="6833376">
                  <a:moveTo>
                    <a:pt x="0" y="0"/>
                  </a:moveTo>
                  <a:lnTo>
                    <a:pt x="9184149" y="0"/>
                  </a:lnTo>
                  <a:lnTo>
                    <a:pt x="9184149" y="6833376"/>
                  </a:lnTo>
                  <a:lnTo>
                    <a:pt x="0" y="6833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9168331" y="0"/>
              <a:ext cx="9184149" cy="6833376"/>
            </a:xfrm>
            <a:custGeom>
              <a:avLst/>
              <a:gdLst/>
              <a:ahLst/>
              <a:cxnLst/>
              <a:rect l="l" t="t" r="r" b="b"/>
              <a:pathLst>
                <a:path w="9184149" h="6833376">
                  <a:moveTo>
                    <a:pt x="0" y="0"/>
                  </a:moveTo>
                  <a:lnTo>
                    <a:pt x="9184150" y="0"/>
                  </a:lnTo>
                  <a:lnTo>
                    <a:pt x="9184150" y="6833376"/>
                  </a:lnTo>
                  <a:lnTo>
                    <a:pt x="0" y="6833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8332278" y="0"/>
              <a:ext cx="9184149" cy="6833376"/>
            </a:xfrm>
            <a:custGeom>
              <a:avLst/>
              <a:gdLst/>
              <a:ahLst/>
              <a:cxnLst/>
              <a:rect l="l" t="t" r="r" b="b"/>
              <a:pathLst>
                <a:path w="9184149" h="6833376">
                  <a:moveTo>
                    <a:pt x="0" y="0"/>
                  </a:moveTo>
                  <a:lnTo>
                    <a:pt x="9184149" y="0"/>
                  </a:lnTo>
                  <a:lnTo>
                    <a:pt x="9184149" y="6833376"/>
                  </a:lnTo>
                  <a:lnTo>
                    <a:pt x="0" y="6833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-4035421" y="321508"/>
            <a:ext cx="26358841" cy="9643983"/>
            <a:chOff x="0" y="0"/>
            <a:chExt cx="35145122" cy="1285864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727426" cy="8725676"/>
            </a:xfrm>
            <a:custGeom>
              <a:avLst/>
              <a:gdLst/>
              <a:ahLst/>
              <a:cxnLst/>
              <a:rect l="l" t="t" r="r" b="b"/>
              <a:pathLst>
                <a:path w="11727426" h="8725676">
                  <a:moveTo>
                    <a:pt x="0" y="0"/>
                  </a:moveTo>
                  <a:lnTo>
                    <a:pt x="11727426" y="0"/>
                  </a:lnTo>
                  <a:lnTo>
                    <a:pt x="11727426" y="8725676"/>
                  </a:lnTo>
                  <a:lnTo>
                    <a:pt x="0" y="87256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1707228" y="0"/>
              <a:ext cx="11727426" cy="8725676"/>
            </a:xfrm>
            <a:custGeom>
              <a:avLst/>
              <a:gdLst/>
              <a:ahLst/>
              <a:cxnLst/>
              <a:rect l="l" t="t" r="r" b="b"/>
              <a:pathLst>
                <a:path w="11727426" h="8725676">
                  <a:moveTo>
                    <a:pt x="0" y="0"/>
                  </a:moveTo>
                  <a:lnTo>
                    <a:pt x="11727425" y="0"/>
                  </a:lnTo>
                  <a:lnTo>
                    <a:pt x="11727425" y="8725676"/>
                  </a:lnTo>
                  <a:lnTo>
                    <a:pt x="0" y="87256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3417696" y="0"/>
              <a:ext cx="11727426" cy="8725676"/>
            </a:xfrm>
            <a:custGeom>
              <a:avLst/>
              <a:gdLst/>
              <a:ahLst/>
              <a:cxnLst/>
              <a:rect l="l" t="t" r="r" b="b"/>
              <a:pathLst>
                <a:path w="11727426" h="8725676">
                  <a:moveTo>
                    <a:pt x="0" y="0"/>
                  </a:moveTo>
                  <a:lnTo>
                    <a:pt x="11727426" y="0"/>
                  </a:lnTo>
                  <a:lnTo>
                    <a:pt x="11727426" y="8725676"/>
                  </a:lnTo>
                  <a:lnTo>
                    <a:pt x="0" y="87256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rot="-10800000">
              <a:off x="11707228" y="4132969"/>
              <a:ext cx="11727426" cy="8725676"/>
            </a:xfrm>
            <a:custGeom>
              <a:avLst/>
              <a:gdLst/>
              <a:ahLst/>
              <a:cxnLst/>
              <a:rect l="l" t="t" r="r" b="b"/>
              <a:pathLst>
                <a:path w="11727426" h="8725676">
                  <a:moveTo>
                    <a:pt x="0" y="0"/>
                  </a:moveTo>
                  <a:lnTo>
                    <a:pt x="11727425" y="0"/>
                  </a:lnTo>
                  <a:lnTo>
                    <a:pt x="11727425" y="8725675"/>
                  </a:lnTo>
                  <a:lnTo>
                    <a:pt x="0" y="8725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 rot="-10800000">
              <a:off x="23417696" y="4132969"/>
              <a:ext cx="11727426" cy="8725676"/>
            </a:xfrm>
            <a:custGeom>
              <a:avLst/>
              <a:gdLst/>
              <a:ahLst/>
              <a:cxnLst/>
              <a:rect l="l" t="t" r="r" b="b"/>
              <a:pathLst>
                <a:path w="11727426" h="8725676">
                  <a:moveTo>
                    <a:pt x="0" y="0"/>
                  </a:moveTo>
                  <a:lnTo>
                    <a:pt x="11727426" y="0"/>
                  </a:lnTo>
                  <a:lnTo>
                    <a:pt x="11727426" y="8725675"/>
                  </a:lnTo>
                  <a:lnTo>
                    <a:pt x="0" y="8725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 rot="-10800000">
              <a:off x="0" y="4132969"/>
              <a:ext cx="11727426" cy="8725676"/>
            </a:xfrm>
            <a:custGeom>
              <a:avLst/>
              <a:gdLst/>
              <a:ahLst/>
              <a:cxnLst/>
              <a:rect l="l" t="t" r="r" b="b"/>
              <a:pathLst>
                <a:path w="11727426" h="8725676">
                  <a:moveTo>
                    <a:pt x="0" y="0"/>
                  </a:moveTo>
                  <a:lnTo>
                    <a:pt x="11727426" y="0"/>
                  </a:lnTo>
                  <a:lnTo>
                    <a:pt x="11727426" y="8725675"/>
                  </a:lnTo>
                  <a:lnTo>
                    <a:pt x="0" y="8725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3" name="Freeform 13"/>
          <p:cNvSpPr/>
          <p:nvPr/>
        </p:nvSpPr>
        <p:spPr>
          <a:xfrm>
            <a:off x="14733624" y="-211194"/>
            <a:ext cx="3971597" cy="3455289"/>
          </a:xfrm>
          <a:custGeom>
            <a:avLst/>
            <a:gdLst/>
            <a:ahLst/>
            <a:cxnLst/>
            <a:rect l="l" t="t" r="r" b="b"/>
            <a:pathLst>
              <a:path w="3971597" h="3455289">
                <a:moveTo>
                  <a:pt x="0" y="0"/>
                </a:moveTo>
                <a:lnTo>
                  <a:pt x="3971597" y="0"/>
                </a:lnTo>
                <a:lnTo>
                  <a:pt x="3971597" y="3455289"/>
                </a:lnTo>
                <a:lnTo>
                  <a:pt x="0" y="34552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028700" y="1000125"/>
            <a:ext cx="16230600" cy="140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2"/>
              </a:lnSpc>
            </a:pPr>
            <a:r>
              <a:rPr lang="en-US" sz="454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b1</a:t>
            </a:r>
          </a:p>
          <a:p>
            <a:pPr marL="0" lvl="0" indent="0" algn="ctr">
              <a:lnSpc>
                <a:spcPts val="5452"/>
              </a:lnSpc>
              <a:spcBef>
                <a:spcPct val="0"/>
              </a:spcBef>
            </a:pPr>
            <a:endParaRPr lang="en-US" sz="4543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28700" y="2519569"/>
            <a:ext cx="14439900" cy="1128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sz="4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b2</a:t>
            </a:r>
          </a:p>
          <a:p>
            <a:pPr marL="0" lvl="0" indent="0" algn="l">
              <a:lnSpc>
                <a:spcPts val="4400"/>
              </a:lnSpc>
              <a:spcBef>
                <a:spcPct val="0"/>
              </a:spcBef>
            </a:pPr>
            <a:endParaRPr lang="en-US" sz="4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28700" y="4991100"/>
            <a:ext cx="18859500" cy="656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52"/>
              </a:lnSpc>
              <a:spcBef>
                <a:spcPct val="0"/>
              </a:spcBef>
            </a:pP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04265" y="8070647"/>
            <a:ext cx="18836335" cy="6232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25"/>
              </a:lnSpc>
              <a:spcBef>
                <a:spcPct val="0"/>
              </a:spcBef>
            </a:pPr>
            <a:r>
              <a:rPr lang="en-US" sz="345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b4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3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143500"/>
            <a:ext cx="20637320" cy="5125032"/>
            <a:chOff x="0" y="0"/>
            <a:chExt cx="27516427" cy="68333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184149" cy="6833376"/>
            </a:xfrm>
            <a:custGeom>
              <a:avLst/>
              <a:gdLst/>
              <a:ahLst/>
              <a:cxnLst/>
              <a:rect l="l" t="t" r="r" b="b"/>
              <a:pathLst>
                <a:path w="9184149" h="6833376">
                  <a:moveTo>
                    <a:pt x="0" y="0"/>
                  </a:moveTo>
                  <a:lnTo>
                    <a:pt x="9184149" y="0"/>
                  </a:lnTo>
                  <a:lnTo>
                    <a:pt x="9184149" y="6833376"/>
                  </a:lnTo>
                  <a:lnTo>
                    <a:pt x="0" y="6833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9168331" y="0"/>
              <a:ext cx="9184149" cy="6833376"/>
            </a:xfrm>
            <a:custGeom>
              <a:avLst/>
              <a:gdLst/>
              <a:ahLst/>
              <a:cxnLst/>
              <a:rect l="l" t="t" r="r" b="b"/>
              <a:pathLst>
                <a:path w="9184149" h="6833376">
                  <a:moveTo>
                    <a:pt x="0" y="0"/>
                  </a:moveTo>
                  <a:lnTo>
                    <a:pt x="9184150" y="0"/>
                  </a:lnTo>
                  <a:lnTo>
                    <a:pt x="9184150" y="6833376"/>
                  </a:lnTo>
                  <a:lnTo>
                    <a:pt x="0" y="6833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8332278" y="0"/>
              <a:ext cx="9184149" cy="6833376"/>
            </a:xfrm>
            <a:custGeom>
              <a:avLst/>
              <a:gdLst/>
              <a:ahLst/>
              <a:cxnLst/>
              <a:rect l="l" t="t" r="r" b="b"/>
              <a:pathLst>
                <a:path w="9184149" h="6833376">
                  <a:moveTo>
                    <a:pt x="0" y="0"/>
                  </a:moveTo>
                  <a:lnTo>
                    <a:pt x="9184149" y="0"/>
                  </a:lnTo>
                  <a:lnTo>
                    <a:pt x="9184149" y="6833376"/>
                  </a:lnTo>
                  <a:lnTo>
                    <a:pt x="0" y="6833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-4035421" y="321508"/>
            <a:ext cx="26358841" cy="9643983"/>
            <a:chOff x="0" y="0"/>
            <a:chExt cx="35145122" cy="1285864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727426" cy="8725676"/>
            </a:xfrm>
            <a:custGeom>
              <a:avLst/>
              <a:gdLst/>
              <a:ahLst/>
              <a:cxnLst/>
              <a:rect l="l" t="t" r="r" b="b"/>
              <a:pathLst>
                <a:path w="11727426" h="8725676">
                  <a:moveTo>
                    <a:pt x="0" y="0"/>
                  </a:moveTo>
                  <a:lnTo>
                    <a:pt x="11727426" y="0"/>
                  </a:lnTo>
                  <a:lnTo>
                    <a:pt x="11727426" y="8725676"/>
                  </a:lnTo>
                  <a:lnTo>
                    <a:pt x="0" y="87256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1707228" y="0"/>
              <a:ext cx="11727426" cy="8725676"/>
            </a:xfrm>
            <a:custGeom>
              <a:avLst/>
              <a:gdLst/>
              <a:ahLst/>
              <a:cxnLst/>
              <a:rect l="l" t="t" r="r" b="b"/>
              <a:pathLst>
                <a:path w="11727426" h="8725676">
                  <a:moveTo>
                    <a:pt x="0" y="0"/>
                  </a:moveTo>
                  <a:lnTo>
                    <a:pt x="11727425" y="0"/>
                  </a:lnTo>
                  <a:lnTo>
                    <a:pt x="11727425" y="8725676"/>
                  </a:lnTo>
                  <a:lnTo>
                    <a:pt x="0" y="87256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3417696" y="0"/>
              <a:ext cx="11727426" cy="8725676"/>
            </a:xfrm>
            <a:custGeom>
              <a:avLst/>
              <a:gdLst/>
              <a:ahLst/>
              <a:cxnLst/>
              <a:rect l="l" t="t" r="r" b="b"/>
              <a:pathLst>
                <a:path w="11727426" h="8725676">
                  <a:moveTo>
                    <a:pt x="0" y="0"/>
                  </a:moveTo>
                  <a:lnTo>
                    <a:pt x="11727426" y="0"/>
                  </a:lnTo>
                  <a:lnTo>
                    <a:pt x="11727426" y="8725676"/>
                  </a:lnTo>
                  <a:lnTo>
                    <a:pt x="0" y="87256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rot="-10800000">
              <a:off x="11707228" y="4132969"/>
              <a:ext cx="11727426" cy="8725676"/>
            </a:xfrm>
            <a:custGeom>
              <a:avLst/>
              <a:gdLst/>
              <a:ahLst/>
              <a:cxnLst/>
              <a:rect l="l" t="t" r="r" b="b"/>
              <a:pathLst>
                <a:path w="11727426" h="8725676">
                  <a:moveTo>
                    <a:pt x="0" y="0"/>
                  </a:moveTo>
                  <a:lnTo>
                    <a:pt x="11727425" y="0"/>
                  </a:lnTo>
                  <a:lnTo>
                    <a:pt x="11727425" y="8725675"/>
                  </a:lnTo>
                  <a:lnTo>
                    <a:pt x="0" y="8725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 rot="-10800000">
              <a:off x="23417696" y="4132969"/>
              <a:ext cx="11727426" cy="8725676"/>
            </a:xfrm>
            <a:custGeom>
              <a:avLst/>
              <a:gdLst/>
              <a:ahLst/>
              <a:cxnLst/>
              <a:rect l="l" t="t" r="r" b="b"/>
              <a:pathLst>
                <a:path w="11727426" h="8725676">
                  <a:moveTo>
                    <a:pt x="0" y="0"/>
                  </a:moveTo>
                  <a:lnTo>
                    <a:pt x="11727426" y="0"/>
                  </a:lnTo>
                  <a:lnTo>
                    <a:pt x="11727426" y="8725675"/>
                  </a:lnTo>
                  <a:lnTo>
                    <a:pt x="0" y="8725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 rot="-10800000">
              <a:off x="0" y="4132969"/>
              <a:ext cx="11727426" cy="8725676"/>
            </a:xfrm>
            <a:custGeom>
              <a:avLst/>
              <a:gdLst/>
              <a:ahLst/>
              <a:cxnLst/>
              <a:rect l="l" t="t" r="r" b="b"/>
              <a:pathLst>
                <a:path w="11727426" h="8725676">
                  <a:moveTo>
                    <a:pt x="0" y="0"/>
                  </a:moveTo>
                  <a:lnTo>
                    <a:pt x="11727426" y="0"/>
                  </a:lnTo>
                  <a:lnTo>
                    <a:pt x="11727426" y="8725675"/>
                  </a:lnTo>
                  <a:lnTo>
                    <a:pt x="0" y="8725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3" name="Freeform 13"/>
          <p:cNvSpPr/>
          <p:nvPr/>
        </p:nvSpPr>
        <p:spPr>
          <a:xfrm>
            <a:off x="15084199" y="3602064"/>
            <a:ext cx="2655589" cy="2655589"/>
          </a:xfrm>
          <a:custGeom>
            <a:avLst/>
            <a:gdLst/>
            <a:ahLst/>
            <a:cxnLst/>
            <a:rect l="l" t="t" r="r" b="b"/>
            <a:pathLst>
              <a:path w="2655589" h="2655589">
                <a:moveTo>
                  <a:pt x="0" y="0"/>
                </a:moveTo>
                <a:lnTo>
                  <a:pt x="2655589" y="0"/>
                </a:lnTo>
                <a:lnTo>
                  <a:pt x="2655589" y="2655589"/>
                </a:lnTo>
                <a:lnTo>
                  <a:pt x="0" y="26555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028700" y="1180716"/>
            <a:ext cx="16230600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52"/>
              </a:lnSpc>
              <a:spcBef>
                <a:spcPct val="0"/>
              </a:spcBef>
            </a:pPr>
            <a:r>
              <a:rPr lang="en-US" sz="454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699" y="2848418"/>
            <a:ext cx="14055499" cy="5642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400"/>
              </a:lnSpc>
              <a:spcBef>
                <a:spcPct val="0"/>
              </a:spcBef>
            </a:pPr>
            <a:r>
              <a:rPr lang="en-US" sz="4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6898430"/>
            <a:ext cx="14055498" cy="656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52"/>
              </a:lnSpc>
              <a:spcBef>
                <a:spcPct val="0"/>
              </a:spcBef>
            </a:pP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c3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Custom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Times New Roman</vt:lpstr>
      <vt:lpstr>Calibri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Template6</dc:title>
  <cp:lastModifiedBy>TRAN LUAN</cp:lastModifiedBy>
  <cp:revision>2</cp:revision>
  <dcterms:created xsi:type="dcterms:W3CDTF">2006-08-16T00:00:00Z</dcterms:created>
  <dcterms:modified xsi:type="dcterms:W3CDTF">2025-11-17T22:52:09Z</dcterms:modified>
  <dc:identifier>DAG4-sUkXP8</dc:identifier>
</cp:coreProperties>
</file>