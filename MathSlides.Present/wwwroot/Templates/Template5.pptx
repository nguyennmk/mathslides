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B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1327" y="1028700"/>
            <a:ext cx="18990654" cy="8229600"/>
            <a:chOff x="0" y="0"/>
            <a:chExt cx="4812197" cy="2085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2197" cy="2085366"/>
            </a:xfrm>
            <a:custGeom>
              <a:avLst/>
              <a:gdLst/>
              <a:ahLst/>
              <a:cxnLst/>
              <a:rect l="l" t="t" r="r" b="b"/>
              <a:pathLst>
                <a:path w="4812197" h="2085366">
                  <a:moveTo>
                    <a:pt x="0" y="0"/>
                  </a:moveTo>
                  <a:lnTo>
                    <a:pt x="4812197" y="0"/>
                  </a:lnTo>
                  <a:lnTo>
                    <a:pt x="4812197" y="2085366"/>
                  </a:lnTo>
                  <a:lnTo>
                    <a:pt x="0" y="2085366"/>
                  </a:lnTo>
                  <a:close/>
                </a:path>
              </a:pathLst>
            </a:custGeom>
            <a:solidFill>
              <a:srgbClr val="3349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2197" cy="2132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763378"/>
            <a:ext cx="4177867" cy="5523622"/>
          </a:xfrm>
          <a:custGeom>
            <a:avLst/>
            <a:gdLst/>
            <a:ahLst/>
            <a:cxnLst/>
            <a:rect l="l" t="t" r="r" b="b"/>
            <a:pathLst>
              <a:path w="4177867" h="5523622">
                <a:moveTo>
                  <a:pt x="0" y="0"/>
                </a:moveTo>
                <a:lnTo>
                  <a:pt x="4177867" y="0"/>
                </a:lnTo>
                <a:lnTo>
                  <a:pt x="4177867" y="5523622"/>
                </a:lnTo>
                <a:lnTo>
                  <a:pt x="0" y="552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25750" y="1159322"/>
            <a:ext cx="1442472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35201" y="2921499"/>
            <a:ext cx="1510039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40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77023" y="5328726"/>
            <a:ext cx="1116230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98"/>
              </a:lnSpc>
              <a:spcBef>
                <a:spcPct val="0"/>
              </a:spcBef>
            </a:pPr>
            <a:r>
              <a:rPr lang="en-US" sz="32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29194" y="7505700"/>
            <a:ext cx="12730106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68"/>
              </a:lnSpc>
              <a:spcBef>
                <a:spcPct val="0"/>
              </a:spcBef>
            </a:pPr>
            <a:r>
              <a:rPr lang="en-US" sz="29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6957" y="0"/>
            <a:ext cx="7941043" cy="10287000"/>
            <a:chOff x="0" y="0"/>
            <a:chExt cx="2012246" cy="26067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2246" cy="2606707"/>
            </a:xfrm>
            <a:custGeom>
              <a:avLst/>
              <a:gdLst/>
              <a:ahLst/>
              <a:cxnLst/>
              <a:rect l="l" t="t" r="r" b="b"/>
              <a:pathLst>
                <a:path w="2012246" h="2606707">
                  <a:moveTo>
                    <a:pt x="0" y="0"/>
                  </a:moveTo>
                  <a:lnTo>
                    <a:pt x="2012246" y="0"/>
                  </a:lnTo>
                  <a:lnTo>
                    <a:pt x="2012246" y="2606707"/>
                  </a:lnTo>
                  <a:lnTo>
                    <a:pt x="0" y="2606707"/>
                  </a:lnTo>
                  <a:close/>
                </a:path>
              </a:pathLst>
            </a:custGeom>
            <a:solidFill>
              <a:srgbClr val="B0BE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12246" cy="2654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44854" y="3456949"/>
            <a:ext cx="2820508" cy="4114800"/>
          </a:xfrm>
          <a:custGeom>
            <a:avLst/>
            <a:gdLst/>
            <a:ahLst/>
            <a:cxnLst/>
            <a:rect l="l" t="t" r="r" b="b"/>
            <a:pathLst>
              <a:path w="2820508" h="4114800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00125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57691" y="2680808"/>
            <a:ext cx="9189266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</a:t>
            </a:r>
          </a:p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4434" y="4991100"/>
            <a:ext cx="8765034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4434" y="8231886"/>
            <a:ext cx="8413903" cy="67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4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6957" y="0"/>
            <a:ext cx="7941043" cy="10287000"/>
            <a:chOff x="0" y="0"/>
            <a:chExt cx="2012246" cy="26067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2246" cy="2606707"/>
            </a:xfrm>
            <a:custGeom>
              <a:avLst/>
              <a:gdLst/>
              <a:ahLst/>
              <a:cxnLst/>
              <a:rect l="l" t="t" r="r" b="b"/>
              <a:pathLst>
                <a:path w="2012246" h="2606707">
                  <a:moveTo>
                    <a:pt x="0" y="0"/>
                  </a:moveTo>
                  <a:lnTo>
                    <a:pt x="2012246" y="0"/>
                  </a:lnTo>
                  <a:lnTo>
                    <a:pt x="2012246" y="2606707"/>
                  </a:lnTo>
                  <a:lnTo>
                    <a:pt x="0" y="2606707"/>
                  </a:lnTo>
                  <a:close/>
                </a:path>
              </a:pathLst>
            </a:custGeom>
            <a:solidFill>
              <a:srgbClr val="B0BE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12246" cy="2654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33665" y="3790955"/>
            <a:ext cx="4925635" cy="3259875"/>
          </a:xfrm>
          <a:custGeom>
            <a:avLst/>
            <a:gdLst/>
            <a:ahLst/>
            <a:cxnLst/>
            <a:rect l="l" t="t" r="r" b="b"/>
            <a:pathLst>
              <a:path w="4925635" h="3259875">
                <a:moveTo>
                  <a:pt x="0" y="0"/>
                </a:moveTo>
                <a:lnTo>
                  <a:pt x="4925635" y="0"/>
                </a:lnTo>
                <a:lnTo>
                  <a:pt x="4925635" y="3259875"/>
                </a:lnTo>
                <a:lnTo>
                  <a:pt x="0" y="3259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180716"/>
            <a:ext cx="162306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699" y="2622684"/>
            <a:ext cx="9318257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898430"/>
            <a:ext cx="8765034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Template5</dc:title>
  <cp:lastModifiedBy>TRAN LUAN</cp:lastModifiedBy>
  <cp:revision>2</cp:revision>
  <dcterms:created xsi:type="dcterms:W3CDTF">2006-08-16T00:00:00Z</dcterms:created>
  <dcterms:modified xsi:type="dcterms:W3CDTF">2025-11-17T22:50:30Z</dcterms:modified>
  <dc:identifier>DAG4-sUkXP8</dc:identifier>
</cp:coreProperties>
</file>